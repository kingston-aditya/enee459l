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Lst>
  <p:notesMasterIdLst>
    <p:notesMasterId r:id="rId5"/>
  </p:notesMasterIdLst>
  <p:sldIdLst>
    <p:sldId id="277" r:id="rId35"/>
    <p:sldId id="278" r:id="rId36"/>
    <p:sldId id="279" r:id="rId37"/>
    <p:sldId id="280" r:id="rId38"/>
    <p:sldId id="281" r:id="rId39"/>
    <p:sldId id="282" r:id="rId40"/>
    <p:sldId id="283" r:id="rId41"/>
    <p:sldId id="284" r:id="rId42"/>
  </p:sldIdLst>
  <p:sldSz cy="5143500" cx="9144000"/>
  <p:notesSz cx="6858000" cy="9144000"/>
  <p:embeddedFontLst>
    <p:embeddedFont>
      <p:font typeface="Lato"/>
      <p:regular r:id="rId27"/>
      <p:bold r:id="rId28"/>
      <p:italic r:id="rId29"/>
      <p:boldItalic r:id="rId30"/>
    </p:embeddedFont>
    <p:embeddedFont>
      <p:font typeface="Red Hat Display"/>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402">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40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27" Type="http://schemas.openxmlformats.org/officeDocument/2006/relationships/font" Target="fonts/Lato-regular.fntdata"/><Relationship Id="rId28" Type="http://schemas.openxmlformats.org/officeDocument/2006/relationships/font" Target="fonts/Lato-bold.fntdata"/><Relationship Id="rId29" Type="http://schemas.openxmlformats.org/officeDocument/2006/relationships/font" Target="fonts/Lato-italic.fntdata"/><Relationship Id="rId30" Type="http://schemas.openxmlformats.org/officeDocument/2006/relationships/font" Target="fonts/Lato-boldItalic.fntdata"/><Relationship Id="rId31" Type="http://schemas.openxmlformats.org/officeDocument/2006/relationships/font" Target="fonts/RedHatDisplay-regular.fntdata"/><Relationship Id="rId32" Type="http://schemas.openxmlformats.org/officeDocument/2006/relationships/font" Target="fonts/RedHatDisplay-bold.fntdata"/><Relationship Id="rId33" Type="http://schemas.openxmlformats.org/officeDocument/2006/relationships/font" Target="fonts/RedHatDisplay-italic.fntdata"/><Relationship Id="rId34" Type="http://schemas.openxmlformats.org/officeDocument/2006/relationships/font" Target="fonts/RedHatDisplay-boldItalic.fntdata"/><Relationship Id="rId35" Type="http://schemas.openxmlformats.org/officeDocument/2006/relationships/slide" Target="slides/slide1.xml"/><Relationship Id="rId36" Type="http://schemas.openxmlformats.org/officeDocument/2006/relationships/slide" Target="slides/slide2.xml"/><Relationship Id="rId37" Type="http://schemas.openxmlformats.org/officeDocument/2006/relationships/slide" Target="slides/slide3.xml"/><Relationship Id="rId38" Type="http://schemas.openxmlformats.org/officeDocument/2006/relationships/slide" Target="slides/slide4.xml"/><Relationship Id="rId39" Type="http://schemas.openxmlformats.org/officeDocument/2006/relationships/slide" Target="slides/slide5.xml"/><Relationship Id="rId40" Type="http://schemas.openxmlformats.org/officeDocument/2006/relationships/slide" Target="slides/slide6.xml"/><Relationship Id="rId41" Type="http://schemas.openxmlformats.org/officeDocument/2006/relationships/slide" Target="slides/slide7.xml"/><Relationship Id="rId42" Type="http://schemas.openxmlformats.org/officeDocument/2006/relationships/slide" Target="slides/slide8.xml"/><Relationship Id="rId43"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110 minutes. Kits are handed out at the start, one per student, and they keep them for the semester. Confirm every student has an NVMe drive, a power supply and a monitor cable before anyone opens a box — there is no reserve pool to make a shortfall up from. See doc 04 R-10.</a:t>
            </a:r>
          </a:p>
          <a:p/>
          <a:p>
            <a:r>
              <a:t>[Sources]</a:t>
            </a:r>
          </a:p>
          <a:p>
            <a:r>
              <a:t>— docs/03_syllabus_map.md §2–3 — lecture and lab pairing, per-lab detail</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Open with the question rather than the procedure. Students who understand that the deliverable is evidence, not a booted board, produce far better reports.</a:t>
            </a:r>
          </a:p>
          <a:p/>
          <a:p>
            <a:r>
              <a:t>[Sources]</a:t>
            </a:r>
          </a:p>
          <a:p>
            <a:r>
              <a:t>— docs/03_syllabus_map.md §2–3 — lecture and lab pairing, per-lab detail</a:t>
            </a:r>
          </a:p>
          <a:p>
            <a:r>
              <a:t>— CLAUDE_INSTRUCTION_ENEE459L.md §四, §十 — course scope; the rule that a number is measured, cited, or visibly marked illustrative</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last item on the right is the one that separates this course from a tutorial. It is graded, and a paragraph saying nothing was surprising is not a pass.</a:t>
            </a:r>
          </a:p>
          <a:p/>
          <a:p>
            <a:r>
              <a:t>[Sources]</a:t>
            </a:r>
          </a:p>
          <a:p>
            <a:r>
              <a:t>— docs/03_syllabus_map.md §2–3 — lecture and lab pairing, per-lab detail</a:t>
            </a:r>
          </a:p>
          <a:p>
            <a:r>
              <a:t>— docs/10_bringup_procedure.md — the bench procedure this slide compresses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Rough timing: 20 minutes assemble, 25 flash and boot, 25 migrate root, 20 report, 15 compare and submit. Step 3 is the one that runs long; watch the room and cut step 1 short if kits arrive part-assembled.</a:t>
            </a:r>
          </a:p>
          <a:p/>
          <a:p>
            <a:r>
              <a:t>[Sources]</a:t>
            </a:r>
          </a:p>
          <a:p>
            <a:r>
              <a:t>— docs/10_bringup_procedure.md — the bench procedure this slide compresses</a:t>
            </a:r>
          </a:p>
          <a:p>
            <a:r>
              <a:t>— docs/03_syllabus_map.md §1 — course spine, 110-minute session structure, evidence discipline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Have them run all three before the migration and again after, and keep both. The two findmnt outputs together are the cleanest possible demonstration of what changed.</a:t>
            </a:r>
          </a:p>
          <a:p/>
          <a:p>
            <a:r>
              <a:t>[Sources]</a:t>
            </a:r>
          </a:p>
          <a:p>
            <a:r>
              <a:t>— docs/10_bringup_procedure.md — the bench procedure this slide compresses</a:t>
            </a:r>
          </a:p>
          <a:p>
            <a:r>
              <a:t>— Read from the lab's own output — the code is in the repository and the run can be repeated</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Show the SD-boot failure before they hit it. It is the failure mode this lab exists to teach, because it is silent — nothing errors, the machine is simply slower than the one next to it.</a:t>
            </a:r>
          </a:p>
          <a:p/>
          <a:p>
            <a:r>
              <a:t>[Sources]</a:t>
            </a:r>
          </a:p>
          <a:p>
            <a:r>
              <a:t>— docs/04_risk_register.md — the risk this slide is mitigating</a:t>
            </a:r>
          </a:p>
          <a:p>
            <a:r>
              <a:t>— docs/03_syllabus_map.md §2–3 — lecture and lab pairing, per-lab detail</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two blanks are filled from the class's own preflight run before this lab is taught. Do not substitute a plausible number — the whole point of the slide collapses if the figure did not come off these boards.</a:t>
            </a:r>
          </a:p>
          <a:p/>
          <a:p>
            <a:r>
              <a:t>[Sources]</a:t>
            </a:r>
          </a:p>
          <a:p>
            <a:r>
              <a:t>— docs/01_hardware_platform_matrix.md §1, §3.2 — M.2 Key-M slots and lane widths</a:t>
            </a:r>
          </a:p>
          <a:p>
            <a:r>
              <a:t>— common/media/photos/MANIFEST.md — receiving photographs and what they prove</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comparison is what makes unit-to-unit variation real, and it is the only control a student working alone has. Expect disagreement in idle temperature and, if any kit was mis-assembled, in link speed. Say out loud that the neighbour's report is not part of anybody's hand-in; otherwise somebody copies a field out of it.</a:t>
            </a:r>
          </a:p>
          <a:p/>
          <a:p>
            <a:r>
              <a:t>[Sources]</a:t>
            </a:r>
          </a:p>
          <a:p>
            <a:r>
              <a:t>— docs/03_syllabus_map.md §1 — course spine, 110-minute session structure, evidence discipline</a:t>
            </a:r>
          </a:p>
          <a:p>
            <a:r>
              <a:t>— docs/06_measured_backfill_register.md — the open ‹MEASURED› tokens this slide carries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9.png"/><Relationship Id="rId5"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3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type="title">
  <p:cSld name="TITLE">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nvSpPr>
        <p:spPr>
          <a:xfrm>
            <a:off x="761975" y="3423775"/>
            <a:ext cx="3807600" cy="84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1" sz="1300" u="none" cap="none" strike="noStrike">
              <a:solidFill>
                <a:schemeClr val="lt1"/>
              </a:solidFill>
              <a:latin typeface="Source Sans Pro"/>
              <a:ea typeface="Source Sans Pro"/>
              <a:cs typeface="Source Sans Pro"/>
              <a:sym typeface="Source Sans Pro"/>
            </a:endParaRPr>
          </a:p>
        </p:txBody>
      </p:sp>
      <p:sp>
        <p:nvSpPr>
          <p:cNvPr id="11" name="Google Shape;11;p2"/>
          <p:cNvSpPr txBox="1"/>
          <p:nvPr>
            <p:ph idx="1" type="subTitle"/>
          </p:nvPr>
        </p:nvSpPr>
        <p:spPr>
          <a:xfrm>
            <a:off x="759275" y="3438025"/>
            <a:ext cx="3807600" cy="845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FFFFFF"/>
              </a:buClr>
              <a:buSzPts val="1300"/>
              <a:buNone/>
              <a:defRPr i="1" sz="1300">
                <a:solidFill>
                  <a:srgbClr val="FFFFFF"/>
                </a:solidFill>
              </a:defRPr>
            </a:lvl1pPr>
            <a:lvl2pPr lvl="1" algn="l">
              <a:lnSpc>
                <a:spcPct val="100000"/>
              </a:lnSpc>
              <a:spcBef>
                <a:spcPts val="0"/>
              </a:spcBef>
              <a:spcAft>
                <a:spcPts val="0"/>
              </a:spcAft>
              <a:buClr>
                <a:srgbClr val="FFFFFF"/>
              </a:buClr>
              <a:buSzPts val="2800"/>
              <a:buNone/>
              <a:defRPr i="1" sz="2800">
                <a:solidFill>
                  <a:srgbClr val="FFFFFF"/>
                </a:solidFill>
              </a:defRPr>
            </a:lvl2pPr>
            <a:lvl3pPr lvl="2" algn="l">
              <a:lnSpc>
                <a:spcPct val="100000"/>
              </a:lnSpc>
              <a:spcBef>
                <a:spcPts val="0"/>
              </a:spcBef>
              <a:spcAft>
                <a:spcPts val="0"/>
              </a:spcAft>
              <a:buClr>
                <a:srgbClr val="FFFFFF"/>
              </a:buClr>
              <a:buSzPts val="2800"/>
              <a:buNone/>
              <a:defRPr i="1" sz="2800">
                <a:solidFill>
                  <a:srgbClr val="FFFFFF"/>
                </a:solidFill>
              </a:defRPr>
            </a:lvl3pPr>
            <a:lvl4pPr lvl="3" algn="l">
              <a:lnSpc>
                <a:spcPct val="100000"/>
              </a:lnSpc>
              <a:spcBef>
                <a:spcPts val="0"/>
              </a:spcBef>
              <a:spcAft>
                <a:spcPts val="0"/>
              </a:spcAft>
              <a:buClr>
                <a:srgbClr val="FFFFFF"/>
              </a:buClr>
              <a:buSzPts val="2800"/>
              <a:buNone/>
              <a:defRPr i="1" sz="2800">
                <a:solidFill>
                  <a:srgbClr val="FFFFFF"/>
                </a:solidFill>
              </a:defRPr>
            </a:lvl4pPr>
            <a:lvl5pPr lvl="4" algn="l">
              <a:lnSpc>
                <a:spcPct val="100000"/>
              </a:lnSpc>
              <a:spcBef>
                <a:spcPts val="0"/>
              </a:spcBef>
              <a:spcAft>
                <a:spcPts val="0"/>
              </a:spcAft>
              <a:buClr>
                <a:srgbClr val="FFFFFF"/>
              </a:buClr>
              <a:buSzPts val="2800"/>
              <a:buNone/>
              <a:defRPr i="1" sz="2800">
                <a:solidFill>
                  <a:srgbClr val="FFFFFF"/>
                </a:solidFill>
              </a:defRPr>
            </a:lvl5pPr>
            <a:lvl6pPr lvl="5" algn="l">
              <a:lnSpc>
                <a:spcPct val="100000"/>
              </a:lnSpc>
              <a:spcBef>
                <a:spcPts val="0"/>
              </a:spcBef>
              <a:spcAft>
                <a:spcPts val="0"/>
              </a:spcAft>
              <a:buClr>
                <a:srgbClr val="FFFFFF"/>
              </a:buClr>
              <a:buSzPts val="2800"/>
              <a:buNone/>
              <a:defRPr i="1" sz="2800">
                <a:solidFill>
                  <a:srgbClr val="FFFFFF"/>
                </a:solidFill>
              </a:defRPr>
            </a:lvl6pPr>
            <a:lvl7pPr lvl="6" algn="l">
              <a:lnSpc>
                <a:spcPct val="100000"/>
              </a:lnSpc>
              <a:spcBef>
                <a:spcPts val="0"/>
              </a:spcBef>
              <a:spcAft>
                <a:spcPts val="0"/>
              </a:spcAft>
              <a:buClr>
                <a:srgbClr val="FFFFFF"/>
              </a:buClr>
              <a:buSzPts val="2800"/>
              <a:buNone/>
              <a:defRPr i="1" sz="2800">
                <a:solidFill>
                  <a:srgbClr val="FFFFFF"/>
                </a:solidFill>
              </a:defRPr>
            </a:lvl7pPr>
            <a:lvl8pPr lvl="7" algn="l">
              <a:lnSpc>
                <a:spcPct val="100000"/>
              </a:lnSpc>
              <a:spcBef>
                <a:spcPts val="0"/>
              </a:spcBef>
              <a:spcAft>
                <a:spcPts val="0"/>
              </a:spcAft>
              <a:buClr>
                <a:srgbClr val="FFFFFF"/>
              </a:buClr>
              <a:buSzPts val="2800"/>
              <a:buNone/>
              <a:defRPr i="1" sz="2800">
                <a:solidFill>
                  <a:srgbClr val="FFFFFF"/>
                </a:solidFill>
              </a:defRPr>
            </a:lvl8pPr>
            <a:lvl9pPr lvl="8" algn="l">
              <a:lnSpc>
                <a:spcPct val="100000"/>
              </a:lnSpc>
              <a:spcBef>
                <a:spcPts val="0"/>
              </a:spcBef>
              <a:spcAft>
                <a:spcPts val="0"/>
              </a:spcAft>
              <a:buClr>
                <a:srgbClr val="FFFFFF"/>
              </a:buClr>
              <a:buSzPts val="2800"/>
              <a:buNone/>
              <a:defRPr i="1" sz="2800">
                <a:solidFill>
                  <a:srgbClr val="FFFFFF"/>
                </a:solidFill>
              </a:defRPr>
            </a:lvl9pPr>
          </a:lstStyle>
          <a:p/>
        </p:txBody>
      </p:sp>
      <p:sp>
        <p:nvSpPr>
          <p:cNvPr id="12" name="Google Shape;12;p2"/>
          <p:cNvSpPr txBox="1"/>
          <p:nvPr>
            <p:ph type="ctrTitle"/>
          </p:nvPr>
        </p:nvSpPr>
        <p:spPr>
          <a:xfrm>
            <a:off x="413075" y="992400"/>
            <a:ext cx="5682900" cy="21306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SzPts val="5500"/>
              <a:buNone/>
              <a:defRPr sz="5500"/>
            </a:lvl1pPr>
            <a:lvl2pPr lvl="1" algn="l">
              <a:lnSpc>
                <a:spcPct val="100000"/>
              </a:lnSpc>
              <a:spcBef>
                <a:spcPts val="0"/>
              </a:spcBef>
              <a:spcAft>
                <a:spcPts val="0"/>
              </a:spcAft>
              <a:buClr>
                <a:srgbClr val="E42524"/>
              </a:buClr>
              <a:buSzPts val="5200"/>
              <a:buNone/>
              <a:defRPr sz="5200">
                <a:solidFill>
                  <a:srgbClr val="E42524"/>
                </a:solidFill>
              </a:defRPr>
            </a:lvl2pPr>
            <a:lvl3pPr lvl="2" algn="l">
              <a:lnSpc>
                <a:spcPct val="100000"/>
              </a:lnSpc>
              <a:spcBef>
                <a:spcPts val="0"/>
              </a:spcBef>
              <a:spcAft>
                <a:spcPts val="0"/>
              </a:spcAft>
              <a:buClr>
                <a:srgbClr val="E42524"/>
              </a:buClr>
              <a:buSzPts val="5200"/>
              <a:buNone/>
              <a:defRPr sz="5200">
                <a:solidFill>
                  <a:srgbClr val="E42524"/>
                </a:solidFill>
              </a:defRPr>
            </a:lvl3pPr>
            <a:lvl4pPr lvl="3" algn="l">
              <a:lnSpc>
                <a:spcPct val="100000"/>
              </a:lnSpc>
              <a:spcBef>
                <a:spcPts val="0"/>
              </a:spcBef>
              <a:spcAft>
                <a:spcPts val="0"/>
              </a:spcAft>
              <a:buClr>
                <a:srgbClr val="E42524"/>
              </a:buClr>
              <a:buSzPts val="5200"/>
              <a:buNone/>
              <a:defRPr sz="5200">
                <a:solidFill>
                  <a:srgbClr val="E42524"/>
                </a:solidFill>
              </a:defRPr>
            </a:lvl4pPr>
            <a:lvl5pPr lvl="4" algn="l">
              <a:lnSpc>
                <a:spcPct val="100000"/>
              </a:lnSpc>
              <a:spcBef>
                <a:spcPts val="0"/>
              </a:spcBef>
              <a:spcAft>
                <a:spcPts val="0"/>
              </a:spcAft>
              <a:buClr>
                <a:srgbClr val="E42524"/>
              </a:buClr>
              <a:buSzPts val="5200"/>
              <a:buNone/>
              <a:defRPr sz="5200">
                <a:solidFill>
                  <a:srgbClr val="E42524"/>
                </a:solidFill>
              </a:defRPr>
            </a:lvl5pPr>
            <a:lvl6pPr lvl="5" algn="l">
              <a:lnSpc>
                <a:spcPct val="100000"/>
              </a:lnSpc>
              <a:spcBef>
                <a:spcPts val="0"/>
              </a:spcBef>
              <a:spcAft>
                <a:spcPts val="0"/>
              </a:spcAft>
              <a:buClr>
                <a:srgbClr val="E42524"/>
              </a:buClr>
              <a:buSzPts val="5200"/>
              <a:buNone/>
              <a:defRPr sz="5200">
                <a:solidFill>
                  <a:srgbClr val="E42524"/>
                </a:solidFill>
              </a:defRPr>
            </a:lvl6pPr>
            <a:lvl7pPr lvl="6" algn="l">
              <a:lnSpc>
                <a:spcPct val="100000"/>
              </a:lnSpc>
              <a:spcBef>
                <a:spcPts val="0"/>
              </a:spcBef>
              <a:spcAft>
                <a:spcPts val="0"/>
              </a:spcAft>
              <a:buClr>
                <a:srgbClr val="E42524"/>
              </a:buClr>
              <a:buSzPts val="5200"/>
              <a:buNone/>
              <a:defRPr sz="5200">
                <a:solidFill>
                  <a:srgbClr val="E42524"/>
                </a:solidFill>
              </a:defRPr>
            </a:lvl7pPr>
            <a:lvl8pPr lvl="7" algn="l">
              <a:lnSpc>
                <a:spcPct val="100000"/>
              </a:lnSpc>
              <a:spcBef>
                <a:spcPts val="0"/>
              </a:spcBef>
              <a:spcAft>
                <a:spcPts val="0"/>
              </a:spcAft>
              <a:buClr>
                <a:srgbClr val="E42524"/>
              </a:buClr>
              <a:buSzPts val="5200"/>
              <a:buNone/>
              <a:defRPr sz="5200">
                <a:solidFill>
                  <a:srgbClr val="E42524"/>
                </a:solidFill>
              </a:defRPr>
            </a:lvl8pPr>
            <a:lvl9pPr lvl="8" algn="l">
              <a:lnSpc>
                <a:spcPct val="100000"/>
              </a:lnSpc>
              <a:spcBef>
                <a:spcPts val="0"/>
              </a:spcBef>
              <a:spcAft>
                <a:spcPts val="0"/>
              </a:spcAft>
              <a:buClr>
                <a:srgbClr val="E42524"/>
              </a:buClr>
              <a:buSzPts val="5200"/>
              <a:buNone/>
              <a:defRPr sz="5200">
                <a:solidFill>
                  <a:srgbClr val="E42524"/>
                </a:solidFill>
              </a:defRPr>
            </a:lvl9pPr>
          </a:lstStyle>
          <a:p/>
        </p:txBody>
      </p:sp>
      <p:sp>
        <p:nvSpPr>
          <p:cNvPr id="13" name="Google Shape;13;p2"/>
          <p:cNvSpPr txBox="1"/>
          <p:nvPr>
            <p:ph idx="2" type="subTitle"/>
          </p:nvPr>
        </p:nvSpPr>
        <p:spPr>
          <a:xfrm>
            <a:off x="447725" y="3020700"/>
            <a:ext cx="7233600" cy="845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4" name="Google Shape;14;p2"/>
          <p:cNvPicPr preferRelativeResize="0"/>
          <p:nvPr/>
        </p:nvPicPr>
        <p:blipFill rotWithShape="1">
          <a:blip r:embed="rId2">
            <a:alphaModFix/>
          </a:blip>
          <a:srcRect b="0" l="0" r="0" t="0"/>
          <a:stretch/>
        </p:blipFill>
        <p:spPr>
          <a:xfrm>
            <a:off x="5895600" y="152400"/>
            <a:ext cx="2715887" cy="2715887"/>
          </a:xfrm>
          <a:prstGeom prst="rect">
            <a:avLst/>
          </a:prstGeom>
          <a:noFill/>
          <a:ln>
            <a:noFill/>
          </a:ln>
        </p:spPr>
      </p:pic>
      <p:pic>
        <p:nvPicPr>
          <p:cNvPr id="15" name="Google Shape;15;p2"/>
          <p:cNvPicPr preferRelativeResize="0"/>
          <p:nvPr/>
        </p:nvPicPr>
        <p:blipFill rotWithShape="1">
          <a:blip r:embed="rId3">
            <a:alphaModFix/>
          </a:blip>
          <a:srcRect b="0" l="0" r="0" t="0"/>
          <a:stretch/>
        </p:blipFill>
        <p:spPr>
          <a:xfrm>
            <a:off x="3822200" y="866400"/>
            <a:ext cx="5143501" cy="5143501"/>
          </a:xfrm>
          <a:prstGeom prst="rect">
            <a:avLst/>
          </a:prstGeom>
          <a:noFill/>
          <a:ln>
            <a:noFill/>
          </a:ln>
        </p:spPr>
      </p:pic>
      <p:pic>
        <p:nvPicPr>
          <p:cNvPr id="16" name="Google Shape;16;p2"/>
          <p:cNvPicPr preferRelativeResize="0"/>
          <p:nvPr/>
        </p:nvPicPr>
        <p:blipFill rotWithShape="1">
          <a:blip r:embed="rId4">
            <a:alphaModFix/>
          </a:blip>
          <a:srcRect b="0" l="0" r="0" t="0"/>
          <a:stretch/>
        </p:blipFill>
        <p:spPr>
          <a:xfrm>
            <a:off x="6910625" y="3678151"/>
            <a:ext cx="2130598" cy="2130598"/>
          </a:xfrm>
          <a:prstGeom prst="rect">
            <a:avLst/>
          </a:prstGeom>
          <a:noFill/>
          <a:ln>
            <a:noFill/>
          </a:ln>
        </p:spPr>
      </p:pic>
      <p:pic>
        <p:nvPicPr>
          <p:cNvPr id="17" name="Google Shape;17;p2"/>
          <p:cNvPicPr preferRelativeResize="0"/>
          <p:nvPr/>
        </p:nvPicPr>
        <p:blipFill rotWithShape="1">
          <a:blip r:embed="rId5">
            <a:alphaModFix/>
          </a:blip>
          <a:srcRect b="0" l="0" r="0" t="0"/>
          <a:stretch/>
        </p:blipFill>
        <p:spPr>
          <a:xfrm>
            <a:off x="447724" y="4556824"/>
            <a:ext cx="2512000" cy="2956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2">
  <p:cSld name="CUSTOM_1">
    <p:spTree>
      <p:nvGrpSpPr>
        <p:cNvPr id="18" name="Shape 18"/>
        <p:cNvGrpSpPr/>
        <p:nvPr/>
      </p:nvGrpSpPr>
      <p:grpSpPr>
        <a:xfrm>
          <a:off x="0" y="0"/>
          <a:ext cx="0" cy="0"/>
          <a:chOff x="0" y="0"/>
          <a:chExt cx="0" cy="0"/>
        </a:xfrm>
      </p:grpSpPr>
      <p:pic>
        <p:nvPicPr>
          <p:cNvPr id="19" name="Google Shape;19;p3"/>
          <p:cNvPicPr preferRelativeResize="0"/>
          <p:nvPr/>
        </p:nvPicPr>
        <p:blipFill rotWithShape="1">
          <a:blip r:embed="rId2">
            <a:alphaModFix/>
          </a:blip>
          <a:srcRect b="0" l="0" r="0" t="0"/>
          <a:stretch/>
        </p:blipFill>
        <p:spPr>
          <a:xfrm>
            <a:off x="-1953725" y="-15775"/>
            <a:ext cx="5143501" cy="5175052"/>
          </a:xfrm>
          <a:prstGeom prst="rect">
            <a:avLst/>
          </a:prstGeom>
          <a:noFill/>
          <a:ln>
            <a:noFill/>
          </a:ln>
        </p:spPr>
      </p:pic>
      <p:sp>
        <p:nvSpPr>
          <p:cNvPr id="20" name="Google Shape;20;p3"/>
          <p:cNvSpPr txBox="1"/>
          <p:nvPr>
            <p:ph type="ctrTitle"/>
          </p:nvPr>
        </p:nvSpPr>
        <p:spPr>
          <a:xfrm>
            <a:off x="3822200" y="630000"/>
            <a:ext cx="4830300" cy="191100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700"/>
              <a:buNone/>
              <a:defRPr sz="5500"/>
            </a:lvl1pPr>
            <a:lvl2pPr lvl="1" algn="l">
              <a:lnSpc>
                <a:spcPct val="80000"/>
              </a:lnSpc>
              <a:spcBef>
                <a:spcPts val="0"/>
              </a:spcBef>
              <a:spcAft>
                <a:spcPts val="0"/>
              </a:spcAft>
              <a:buSzPts val="1200"/>
              <a:buNone/>
              <a:defRPr sz="1200"/>
            </a:lvl2pPr>
            <a:lvl3pPr lvl="2" algn="l">
              <a:lnSpc>
                <a:spcPct val="80000"/>
              </a:lnSpc>
              <a:spcBef>
                <a:spcPts val="0"/>
              </a:spcBef>
              <a:spcAft>
                <a:spcPts val="0"/>
              </a:spcAft>
              <a:buSzPts val="1200"/>
              <a:buNone/>
              <a:defRPr sz="1200"/>
            </a:lvl3pPr>
            <a:lvl4pPr lvl="3" algn="l">
              <a:lnSpc>
                <a:spcPct val="80000"/>
              </a:lnSpc>
              <a:spcBef>
                <a:spcPts val="0"/>
              </a:spcBef>
              <a:spcAft>
                <a:spcPts val="0"/>
              </a:spcAft>
              <a:buSzPts val="1200"/>
              <a:buNone/>
              <a:defRPr sz="1200"/>
            </a:lvl4pPr>
            <a:lvl5pPr lvl="4" algn="l">
              <a:lnSpc>
                <a:spcPct val="80000"/>
              </a:lnSpc>
              <a:spcBef>
                <a:spcPts val="0"/>
              </a:spcBef>
              <a:spcAft>
                <a:spcPts val="0"/>
              </a:spcAft>
              <a:buSzPts val="1200"/>
              <a:buNone/>
              <a:defRPr sz="1200"/>
            </a:lvl5pPr>
            <a:lvl6pPr lvl="5" algn="l">
              <a:lnSpc>
                <a:spcPct val="80000"/>
              </a:lnSpc>
              <a:spcBef>
                <a:spcPts val="0"/>
              </a:spcBef>
              <a:spcAft>
                <a:spcPts val="0"/>
              </a:spcAft>
              <a:buSzPts val="1200"/>
              <a:buNone/>
              <a:defRPr sz="1200"/>
            </a:lvl6pPr>
            <a:lvl7pPr lvl="6" algn="l">
              <a:lnSpc>
                <a:spcPct val="80000"/>
              </a:lnSpc>
              <a:spcBef>
                <a:spcPts val="0"/>
              </a:spcBef>
              <a:spcAft>
                <a:spcPts val="0"/>
              </a:spcAft>
              <a:buSzPts val="1200"/>
              <a:buNone/>
              <a:defRPr sz="1200"/>
            </a:lvl7pPr>
            <a:lvl8pPr lvl="7" algn="l">
              <a:lnSpc>
                <a:spcPct val="80000"/>
              </a:lnSpc>
              <a:spcBef>
                <a:spcPts val="0"/>
              </a:spcBef>
              <a:spcAft>
                <a:spcPts val="0"/>
              </a:spcAft>
              <a:buSzPts val="1200"/>
              <a:buNone/>
              <a:defRPr sz="1200"/>
            </a:lvl8pPr>
            <a:lvl9pPr lvl="8" algn="l">
              <a:lnSpc>
                <a:spcPct val="80000"/>
              </a:lnSpc>
              <a:spcBef>
                <a:spcPts val="0"/>
              </a:spcBef>
              <a:spcAft>
                <a:spcPts val="0"/>
              </a:spcAft>
              <a:buSzPts val="1200"/>
              <a:buNone/>
              <a:defRPr sz="1200"/>
            </a:lvl9pPr>
          </a:lstStyle>
          <a:p/>
        </p:txBody>
      </p:sp>
      <p:sp>
        <p:nvSpPr>
          <p:cNvPr id="21" name="Google Shape;21;p3"/>
          <p:cNvSpPr txBox="1"/>
          <p:nvPr>
            <p:ph idx="1" type="subTitle"/>
          </p:nvPr>
        </p:nvSpPr>
        <p:spPr>
          <a:xfrm>
            <a:off x="3822200" y="2669950"/>
            <a:ext cx="4830300" cy="844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1">
  <p:cSld name="CUSTOM">
    <p:spTree>
      <p:nvGrpSpPr>
        <p:cNvPr id="22" name="Shape 22"/>
        <p:cNvGrpSpPr/>
        <p:nvPr/>
      </p:nvGrpSpPr>
      <p:grpSpPr>
        <a:xfrm>
          <a:off x="0" y="0"/>
          <a:ext cx="0" cy="0"/>
          <a:chOff x="0" y="0"/>
          <a:chExt cx="0" cy="0"/>
        </a:xfrm>
      </p:grpSpPr>
      <p:pic>
        <p:nvPicPr>
          <p:cNvPr id="23" name="Google Shape;23;p4"/>
          <p:cNvPicPr preferRelativeResize="0"/>
          <p:nvPr/>
        </p:nvPicPr>
        <p:blipFill rotWithShape="1">
          <a:blip r:embed="rId2">
            <a:alphaModFix/>
          </a:blip>
          <a:srcRect b="0" l="0" r="0" t="0"/>
          <a:stretch/>
        </p:blipFill>
        <p:spPr>
          <a:xfrm>
            <a:off x="-1961000" y="-15775"/>
            <a:ext cx="5175052" cy="5175052"/>
          </a:xfrm>
          <a:prstGeom prst="rect">
            <a:avLst/>
          </a:prstGeom>
          <a:noFill/>
          <a:ln>
            <a:noFill/>
          </a:ln>
        </p:spPr>
      </p:pic>
      <p:sp>
        <p:nvSpPr>
          <p:cNvPr id="24" name="Google Shape;24;p4"/>
          <p:cNvSpPr txBox="1"/>
          <p:nvPr>
            <p:ph type="ctrTitle"/>
          </p:nvPr>
        </p:nvSpPr>
        <p:spPr>
          <a:xfrm>
            <a:off x="3822200" y="630000"/>
            <a:ext cx="4830300" cy="191100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700"/>
              <a:buNone/>
              <a:defRPr sz="5500"/>
            </a:lvl1pPr>
            <a:lvl2pPr lvl="1" algn="l">
              <a:lnSpc>
                <a:spcPct val="80000"/>
              </a:lnSpc>
              <a:spcBef>
                <a:spcPts val="0"/>
              </a:spcBef>
              <a:spcAft>
                <a:spcPts val="0"/>
              </a:spcAft>
              <a:buSzPts val="1200"/>
              <a:buNone/>
              <a:defRPr sz="1200"/>
            </a:lvl2pPr>
            <a:lvl3pPr lvl="2" algn="l">
              <a:lnSpc>
                <a:spcPct val="80000"/>
              </a:lnSpc>
              <a:spcBef>
                <a:spcPts val="0"/>
              </a:spcBef>
              <a:spcAft>
                <a:spcPts val="0"/>
              </a:spcAft>
              <a:buSzPts val="1200"/>
              <a:buNone/>
              <a:defRPr sz="1200"/>
            </a:lvl3pPr>
            <a:lvl4pPr lvl="3" algn="l">
              <a:lnSpc>
                <a:spcPct val="80000"/>
              </a:lnSpc>
              <a:spcBef>
                <a:spcPts val="0"/>
              </a:spcBef>
              <a:spcAft>
                <a:spcPts val="0"/>
              </a:spcAft>
              <a:buSzPts val="1200"/>
              <a:buNone/>
              <a:defRPr sz="1200"/>
            </a:lvl4pPr>
            <a:lvl5pPr lvl="4" algn="l">
              <a:lnSpc>
                <a:spcPct val="80000"/>
              </a:lnSpc>
              <a:spcBef>
                <a:spcPts val="0"/>
              </a:spcBef>
              <a:spcAft>
                <a:spcPts val="0"/>
              </a:spcAft>
              <a:buSzPts val="1200"/>
              <a:buNone/>
              <a:defRPr sz="1200"/>
            </a:lvl5pPr>
            <a:lvl6pPr lvl="5" algn="l">
              <a:lnSpc>
                <a:spcPct val="80000"/>
              </a:lnSpc>
              <a:spcBef>
                <a:spcPts val="0"/>
              </a:spcBef>
              <a:spcAft>
                <a:spcPts val="0"/>
              </a:spcAft>
              <a:buSzPts val="1200"/>
              <a:buNone/>
              <a:defRPr sz="1200"/>
            </a:lvl6pPr>
            <a:lvl7pPr lvl="6" algn="l">
              <a:lnSpc>
                <a:spcPct val="80000"/>
              </a:lnSpc>
              <a:spcBef>
                <a:spcPts val="0"/>
              </a:spcBef>
              <a:spcAft>
                <a:spcPts val="0"/>
              </a:spcAft>
              <a:buSzPts val="1200"/>
              <a:buNone/>
              <a:defRPr sz="1200"/>
            </a:lvl7pPr>
            <a:lvl8pPr lvl="7" algn="l">
              <a:lnSpc>
                <a:spcPct val="80000"/>
              </a:lnSpc>
              <a:spcBef>
                <a:spcPts val="0"/>
              </a:spcBef>
              <a:spcAft>
                <a:spcPts val="0"/>
              </a:spcAft>
              <a:buSzPts val="1200"/>
              <a:buNone/>
              <a:defRPr sz="1200"/>
            </a:lvl8pPr>
            <a:lvl9pPr lvl="8" algn="l">
              <a:lnSpc>
                <a:spcPct val="80000"/>
              </a:lnSpc>
              <a:spcBef>
                <a:spcPts val="0"/>
              </a:spcBef>
              <a:spcAft>
                <a:spcPts val="0"/>
              </a:spcAft>
              <a:buSzPts val="1200"/>
              <a:buNone/>
              <a:defRPr sz="1200"/>
            </a:lvl9pPr>
          </a:lstStyle>
          <a:p/>
        </p:txBody>
      </p:sp>
      <p:sp>
        <p:nvSpPr>
          <p:cNvPr id="25" name="Google Shape;25;p4"/>
          <p:cNvSpPr txBox="1"/>
          <p:nvPr>
            <p:ph idx="1" type="subTitle"/>
          </p:nvPr>
        </p:nvSpPr>
        <p:spPr>
          <a:xfrm>
            <a:off x="3822200" y="2669950"/>
            <a:ext cx="4830300" cy="844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3">
  <p:cSld name="CUSTOM_2">
    <p:spTree>
      <p:nvGrpSpPr>
        <p:cNvPr id="26" name="Shape 26"/>
        <p:cNvGrpSpPr/>
        <p:nvPr/>
      </p:nvGrpSpPr>
      <p:grpSpPr>
        <a:xfrm>
          <a:off x="0" y="0"/>
          <a:ext cx="0" cy="0"/>
          <a:chOff x="0" y="0"/>
          <a:chExt cx="0" cy="0"/>
        </a:xfrm>
      </p:grpSpPr>
      <p:pic>
        <p:nvPicPr>
          <p:cNvPr id="27" name="Google Shape;27;p5"/>
          <p:cNvPicPr preferRelativeResize="0"/>
          <p:nvPr/>
        </p:nvPicPr>
        <p:blipFill rotWithShape="1">
          <a:blip r:embed="rId2">
            <a:alphaModFix/>
          </a:blip>
          <a:srcRect b="0" l="308" r="298" t="0"/>
          <a:stretch/>
        </p:blipFill>
        <p:spPr>
          <a:xfrm>
            <a:off x="-1962175" y="-15775"/>
            <a:ext cx="5143501" cy="5175052"/>
          </a:xfrm>
          <a:prstGeom prst="rect">
            <a:avLst/>
          </a:prstGeom>
          <a:noFill/>
          <a:ln>
            <a:noFill/>
          </a:ln>
        </p:spPr>
      </p:pic>
      <p:sp>
        <p:nvSpPr>
          <p:cNvPr id="28" name="Google Shape;28;p5"/>
          <p:cNvSpPr txBox="1"/>
          <p:nvPr>
            <p:ph type="ctrTitle"/>
          </p:nvPr>
        </p:nvSpPr>
        <p:spPr>
          <a:xfrm>
            <a:off x="3822200" y="630000"/>
            <a:ext cx="4830300" cy="191100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700"/>
              <a:buNone/>
              <a:defRPr sz="5500"/>
            </a:lvl1pPr>
            <a:lvl2pPr lvl="1" algn="l">
              <a:lnSpc>
                <a:spcPct val="80000"/>
              </a:lnSpc>
              <a:spcBef>
                <a:spcPts val="0"/>
              </a:spcBef>
              <a:spcAft>
                <a:spcPts val="0"/>
              </a:spcAft>
              <a:buSzPts val="1200"/>
              <a:buNone/>
              <a:defRPr sz="1200"/>
            </a:lvl2pPr>
            <a:lvl3pPr lvl="2" algn="l">
              <a:lnSpc>
                <a:spcPct val="80000"/>
              </a:lnSpc>
              <a:spcBef>
                <a:spcPts val="0"/>
              </a:spcBef>
              <a:spcAft>
                <a:spcPts val="0"/>
              </a:spcAft>
              <a:buSzPts val="1200"/>
              <a:buNone/>
              <a:defRPr sz="1200"/>
            </a:lvl3pPr>
            <a:lvl4pPr lvl="3" algn="l">
              <a:lnSpc>
                <a:spcPct val="80000"/>
              </a:lnSpc>
              <a:spcBef>
                <a:spcPts val="0"/>
              </a:spcBef>
              <a:spcAft>
                <a:spcPts val="0"/>
              </a:spcAft>
              <a:buSzPts val="1200"/>
              <a:buNone/>
              <a:defRPr sz="1200"/>
            </a:lvl4pPr>
            <a:lvl5pPr lvl="4" algn="l">
              <a:lnSpc>
                <a:spcPct val="80000"/>
              </a:lnSpc>
              <a:spcBef>
                <a:spcPts val="0"/>
              </a:spcBef>
              <a:spcAft>
                <a:spcPts val="0"/>
              </a:spcAft>
              <a:buSzPts val="1200"/>
              <a:buNone/>
              <a:defRPr sz="1200"/>
            </a:lvl5pPr>
            <a:lvl6pPr lvl="5" algn="l">
              <a:lnSpc>
                <a:spcPct val="80000"/>
              </a:lnSpc>
              <a:spcBef>
                <a:spcPts val="0"/>
              </a:spcBef>
              <a:spcAft>
                <a:spcPts val="0"/>
              </a:spcAft>
              <a:buSzPts val="1200"/>
              <a:buNone/>
              <a:defRPr sz="1200"/>
            </a:lvl6pPr>
            <a:lvl7pPr lvl="6" algn="l">
              <a:lnSpc>
                <a:spcPct val="80000"/>
              </a:lnSpc>
              <a:spcBef>
                <a:spcPts val="0"/>
              </a:spcBef>
              <a:spcAft>
                <a:spcPts val="0"/>
              </a:spcAft>
              <a:buSzPts val="1200"/>
              <a:buNone/>
              <a:defRPr sz="1200"/>
            </a:lvl7pPr>
            <a:lvl8pPr lvl="7" algn="l">
              <a:lnSpc>
                <a:spcPct val="80000"/>
              </a:lnSpc>
              <a:spcBef>
                <a:spcPts val="0"/>
              </a:spcBef>
              <a:spcAft>
                <a:spcPts val="0"/>
              </a:spcAft>
              <a:buSzPts val="1200"/>
              <a:buNone/>
              <a:defRPr sz="1200"/>
            </a:lvl8pPr>
            <a:lvl9pPr lvl="8" algn="l">
              <a:lnSpc>
                <a:spcPct val="80000"/>
              </a:lnSpc>
              <a:spcBef>
                <a:spcPts val="0"/>
              </a:spcBef>
              <a:spcAft>
                <a:spcPts val="0"/>
              </a:spcAft>
              <a:buSzPts val="1200"/>
              <a:buNone/>
              <a:defRPr sz="1200"/>
            </a:lvl9pPr>
          </a:lstStyle>
          <a:p/>
        </p:txBody>
      </p:sp>
      <p:sp>
        <p:nvSpPr>
          <p:cNvPr id="29" name="Google Shape;29;p5"/>
          <p:cNvSpPr txBox="1"/>
          <p:nvPr>
            <p:ph idx="1" type="subTitle"/>
          </p:nvPr>
        </p:nvSpPr>
        <p:spPr>
          <a:xfrm>
            <a:off x="3822200" y="2669950"/>
            <a:ext cx="4830300" cy="844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TITLE_4_1">
    <p:spTree>
      <p:nvGrpSpPr>
        <p:cNvPr id="30" name="Shape 30"/>
        <p:cNvGrpSpPr/>
        <p:nvPr/>
      </p:nvGrpSpPr>
      <p:grpSpPr>
        <a:xfrm>
          <a:off x="0" y="0"/>
          <a:ext cx="0" cy="0"/>
          <a:chOff x="0" y="0"/>
          <a:chExt cx="0" cy="0"/>
        </a:xfrm>
      </p:grpSpPr>
      <p:sp>
        <p:nvSpPr>
          <p:cNvPr id="31" name="Google Shape;31;p6"/>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 name="Google Shape;32;p6"/>
          <p:cNvSpPr txBox="1"/>
          <p:nvPr>
            <p:ph idx="1" type="body"/>
          </p:nvPr>
        </p:nvSpPr>
        <p:spPr>
          <a:xfrm>
            <a:off x="638675" y="1089250"/>
            <a:ext cx="5790900" cy="3114900"/>
          </a:xfrm>
          <a:prstGeom prst="rect">
            <a:avLst/>
          </a:prstGeom>
          <a:noFill/>
          <a:ln>
            <a:noFill/>
          </a:ln>
        </p:spPr>
        <p:txBody>
          <a:bodyPr anchorCtr="0" anchor="t" bIns="0" lIns="0" spcFirstLastPara="1" rIns="0" wrap="square" tIns="0">
            <a:noAutofit/>
          </a:bodyPr>
          <a:lstStyle>
            <a:lvl1pPr indent="-381000" lvl="0" marL="457200" algn="l">
              <a:lnSpc>
                <a:spcPct val="115000"/>
              </a:lnSpc>
              <a:spcBef>
                <a:spcPts val="0"/>
              </a:spcBef>
              <a:spcAft>
                <a:spcPts val="0"/>
              </a:spcAft>
              <a:buSzPts val="2400"/>
              <a:buChar char="●"/>
              <a:defRPr/>
            </a:lvl1pPr>
            <a:lvl2pPr indent="-342900" lvl="1" marL="914400" algn="l">
              <a:lnSpc>
                <a:spcPct val="115000"/>
              </a:lnSpc>
              <a:spcBef>
                <a:spcPts val="1600"/>
              </a:spcBef>
              <a:spcAft>
                <a:spcPts val="0"/>
              </a:spcAft>
              <a:buSzPts val="1800"/>
              <a:buChar char="○"/>
              <a:defRPr/>
            </a:lvl2pPr>
            <a:lvl3pPr indent="-330200" lvl="2" marL="1371600" algn="l">
              <a:lnSpc>
                <a:spcPct val="115000"/>
              </a:lnSpc>
              <a:spcBef>
                <a:spcPts val="1600"/>
              </a:spcBef>
              <a:spcAft>
                <a:spcPts val="0"/>
              </a:spcAft>
              <a:buSzPts val="1600"/>
              <a:buChar char="■"/>
              <a:defRPr/>
            </a:lvl3pPr>
            <a:lvl4pPr indent="-311150" lvl="3" marL="1828800" algn="l">
              <a:lnSpc>
                <a:spcPct val="115000"/>
              </a:lnSpc>
              <a:spcBef>
                <a:spcPts val="1600"/>
              </a:spcBef>
              <a:spcAft>
                <a:spcPts val="0"/>
              </a:spcAft>
              <a:buSzPts val="1300"/>
              <a:buChar char="●"/>
              <a:defRPr/>
            </a:lvl4pPr>
            <a:lvl5pPr indent="-292100" lvl="4" marL="2286000" algn="l">
              <a:lnSpc>
                <a:spcPct val="115000"/>
              </a:lnSpc>
              <a:spcBef>
                <a:spcPts val="1600"/>
              </a:spcBef>
              <a:spcAft>
                <a:spcPts val="0"/>
              </a:spcAft>
              <a:buSzPts val="1000"/>
              <a:buChar char="○"/>
              <a:defRPr/>
            </a:lvl5pPr>
            <a:lvl6pPr indent="-279400" lvl="5" marL="2743200" algn="l">
              <a:lnSpc>
                <a:spcPct val="115000"/>
              </a:lnSpc>
              <a:spcBef>
                <a:spcPts val="1600"/>
              </a:spcBef>
              <a:spcAft>
                <a:spcPts val="0"/>
              </a:spcAft>
              <a:buSzPts val="800"/>
              <a:buChar char="■"/>
              <a:defRPr/>
            </a:lvl6pPr>
            <a:lvl7pPr indent="-279400" lvl="6" marL="3200400" algn="l">
              <a:lnSpc>
                <a:spcPct val="115000"/>
              </a:lnSpc>
              <a:spcBef>
                <a:spcPts val="1600"/>
              </a:spcBef>
              <a:spcAft>
                <a:spcPts val="0"/>
              </a:spcAft>
              <a:buSzPts val="800"/>
              <a:buChar char="●"/>
              <a:defRPr/>
            </a:lvl7pPr>
            <a:lvl8pPr indent="-279400" lvl="7" marL="3657600" algn="l">
              <a:lnSpc>
                <a:spcPct val="115000"/>
              </a:lnSpc>
              <a:spcBef>
                <a:spcPts val="1600"/>
              </a:spcBef>
              <a:spcAft>
                <a:spcPts val="0"/>
              </a:spcAft>
              <a:buSzPts val="800"/>
              <a:buChar char="○"/>
              <a:defRPr/>
            </a:lvl8pPr>
            <a:lvl9pPr indent="-279400" lvl="8" marL="4114800" algn="l">
              <a:lnSpc>
                <a:spcPct val="115000"/>
              </a:lnSpc>
              <a:spcBef>
                <a:spcPts val="1600"/>
              </a:spcBef>
              <a:spcAft>
                <a:spcPts val="1600"/>
              </a:spcAft>
              <a:buSzPts val="800"/>
              <a:buChar char="■"/>
              <a:defRPr/>
            </a:lvl9pPr>
          </a:lstStyle>
          <a:p/>
        </p:txBody>
      </p:sp>
      <p:sp>
        <p:nvSpPr>
          <p:cNvPr id="33" name="Google Shape;33;p6"/>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pic>
        <p:nvPicPr>
          <p:cNvPr id="34" name="Google Shape;34;p6"/>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35" name="Google Shape;35;p6"/>
          <p:cNvSpPr txBox="1"/>
          <p:nvPr>
            <p:ph idx="2"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pic>
        <p:nvPicPr>
          <p:cNvPr id="36" name="Google Shape;36;p6"/>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37" name="Google Shape;37;p6"/>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38" name="Google Shape;38;p6"/>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Tree>
  </p:cSld>
  <p:clrMapOvr>
    <a:masterClrMapping/>
  </p:clrMapOvr>
  <p:extLst>
    <p:ext uri="{DCECCB84-F9BA-43D5-87BE-67443E8EF086}">
      <p15:sldGuideLst>
        <p15:guide id="1" pos="5358">
          <p15:clr>
            <a:srgbClr val="FA7B17"/>
          </p15:clr>
        </p15:guide>
        <p15:guide id="2" pos="402">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Photo">
  <p:cSld name="TITLE_4_1_1_1">
    <p:spTree>
      <p:nvGrpSpPr>
        <p:cNvPr id="39" name="Shape 39"/>
        <p:cNvGrpSpPr/>
        <p:nvPr/>
      </p:nvGrpSpPr>
      <p:grpSpPr>
        <a:xfrm>
          <a:off x="0" y="0"/>
          <a:ext cx="0" cy="0"/>
          <a:chOff x="0" y="0"/>
          <a:chExt cx="0" cy="0"/>
        </a:xfrm>
      </p:grpSpPr>
      <p:sp>
        <p:nvSpPr>
          <p:cNvPr id="40" name="Google Shape;40;p7"/>
          <p:cNvSpPr/>
          <p:nvPr>
            <p:ph idx="2" type="pic"/>
          </p:nvPr>
        </p:nvSpPr>
        <p:spPr>
          <a:xfrm>
            <a:off x="3436275" y="-101925"/>
            <a:ext cx="5839800" cy="5470500"/>
          </a:xfrm>
          <a:prstGeom prst="rect">
            <a:avLst/>
          </a:prstGeom>
          <a:noFill/>
          <a:ln>
            <a:noFill/>
          </a:ln>
        </p:spPr>
      </p:sp>
      <p:pic>
        <p:nvPicPr>
          <p:cNvPr id="41" name="Google Shape;41;p7"/>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42" name="Google Shape;42;p7"/>
          <p:cNvSpPr txBox="1"/>
          <p:nvPr>
            <p:ph type="title"/>
          </p:nvPr>
        </p:nvSpPr>
        <p:spPr>
          <a:xfrm>
            <a:off x="633375" y="662500"/>
            <a:ext cx="2414700" cy="1056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 name="Google Shape;43;p7"/>
          <p:cNvSpPr txBox="1"/>
          <p:nvPr>
            <p:ph idx="3" type="title"/>
          </p:nvPr>
        </p:nvSpPr>
        <p:spPr>
          <a:xfrm>
            <a:off x="633375" y="1897100"/>
            <a:ext cx="2414700" cy="2223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1300"/>
              <a:buNone/>
              <a:defRPr sz="1300">
                <a:solidFill>
                  <a:schemeClr val="dk2"/>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extLst>
    <p:ext uri="{DCECCB84-F9BA-43D5-87BE-67443E8EF086}">
      <p15:sldGuideLst>
        <p15:guide id="1" pos="399">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Photos">
  <p:cSld name="TITLE_4_1_1_1_1">
    <p:spTree>
      <p:nvGrpSpPr>
        <p:cNvPr id="44" name="Shape 44"/>
        <p:cNvGrpSpPr/>
        <p:nvPr/>
      </p:nvGrpSpPr>
      <p:grpSpPr>
        <a:xfrm>
          <a:off x="0" y="0"/>
          <a:ext cx="0" cy="0"/>
          <a:chOff x="0" y="0"/>
          <a:chExt cx="0" cy="0"/>
        </a:xfrm>
      </p:grpSpPr>
      <p:sp>
        <p:nvSpPr>
          <p:cNvPr id="45" name="Google Shape;45;p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
        <p:nvSpPr>
          <p:cNvPr id="46" name="Google Shape;46;p8"/>
          <p:cNvSpPr/>
          <p:nvPr>
            <p:ph idx="2" type="pic"/>
          </p:nvPr>
        </p:nvSpPr>
        <p:spPr>
          <a:xfrm>
            <a:off x="3415100" y="2578600"/>
            <a:ext cx="5808900" cy="2730000"/>
          </a:xfrm>
          <a:prstGeom prst="rect">
            <a:avLst/>
          </a:prstGeom>
          <a:noFill/>
          <a:ln cap="flat" cmpd="sng" w="76200">
            <a:solidFill>
              <a:schemeClr val="lt1"/>
            </a:solidFill>
            <a:prstDash val="solid"/>
            <a:round/>
            <a:headEnd len="sm" w="sm" type="none"/>
            <a:tailEnd len="sm" w="sm" type="none"/>
          </a:ln>
        </p:spPr>
      </p:sp>
      <p:sp>
        <p:nvSpPr>
          <p:cNvPr id="47" name="Google Shape;47;p8"/>
          <p:cNvSpPr/>
          <p:nvPr>
            <p:ph idx="3" type="pic"/>
          </p:nvPr>
        </p:nvSpPr>
        <p:spPr>
          <a:xfrm>
            <a:off x="3415100" y="-123775"/>
            <a:ext cx="3399300" cy="2637000"/>
          </a:xfrm>
          <a:prstGeom prst="rect">
            <a:avLst/>
          </a:prstGeom>
          <a:noFill/>
          <a:ln cap="flat" cmpd="sng" w="76200">
            <a:solidFill>
              <a:schemeClr val="lt1"/>
            </a:solidFill>
            <a:prstDash val="solid"/>
            <a:round/>
            <a:headEnd len="sm" w="sm" type="none"/>
            <a:tailEnd len="sm" w="sm" type="none"/>
          </a:ln>
        </p:spPr>
      </p:sp>
      <p:sp>
        <p:nvSpPr>
          <p:cNvPr id="48" name="Google Shape;48;p8"/>
          <p:cNvSpPr/>
          <p:nvPr>
            <p:ph idx="4" type="pic"/>
          </p:nvPr>
        </p:nvSpPr>
        <p:spPr>
          <a:xfrm>
            <a:off x="6901675" y="-123775"/>
            <a:ext cx="2322300" cy="2637000"/>
          </a:xfrm>
          <a:prstGeom prst="rect">
            <a:avLst/>
          </a:prstGeom>
          <a:noFill/>
          <a:ln cap="flat" cmpd="sng" w="76200">
            <a:solidFill>
              <a:schemeClr val="lt1"/>
            </a:solidFill>
            <a:prstDash val="solid"/>
            <a:round/>
            <a:headEnd len="sm" w="sm" type="none"/>
            <a:tailEnd len="sm" w="sm" type="none"/>
          </a:ln>
        </p:spPr>
      </p:sp>
      <p:pic>
        <p:nvPicPr>
          <p:cNvPr id="49" name="Google Shape;49;p8"/>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50" name="Google Shape;50;p8"/>
          <p:cNvSpPr txBox="1"/>
          <p:nvPr>
            <p:ph type="title"/>
          </p:nvPr>
        </p:nvSpPr>
        <p:spPr>
          <a:xfrm>
            <a:off x="633375" y="662500"/>
            <a:ext cx="2414700" cy="1056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 name="Google Shape;51;p8"/>
          <p:cNvSpPr txBox="1"/>
          <p:nvPr>
            <p:ph idx="5" type="title"/>
          </p:nvPr>
        </p:nvSpPr>
        <p:spPr>
          <a:xfrm>
            <a:off x="633375" y="1897100"/>
            <a:ext cx="2414700" cy="2223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1300"/>
              <a:buNone/>
              <a:defRPr sz="1300">
                <a:solidFill>
                  <a:schemeClr val="dk2"/>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Text">
  <p:cSld name="TITLE_4_1_1">
    <p:spTree>
      <p:nvGrpSpPr>
        <p:cNvPr id="52" name="Shape 52"/>
        <p:cNvGrpSpPr/>
        <p:nvPr/>
      </p:nvGrpSpPr>
      <p:grpSpPr>
        <a:xfrm>
          <a:off x="0" y="0"/>
          <a:ext cx="0" cy="0"/>
          <a:chOff x="0" y="0"/>
          <a:chExt cx="0" cy="0"/>
        </a:xfrm>
      </p:grpSpPr>
      <p:sp>
        <p:nvSpPr>
          <p:cNvPr id="53" name="Google Shape;53;p9"/>
          <p:cNvSpPr txBox="1"/>
          <p:nvPr>
            <p:ph type="title"/>
          </p:nvPr>
        </p:nvSpPr>
        <p:spPr>
          <a:xfrm>
            <a:off x="606225" y="269300"/>
            <a:ext cx="8382000" cy="859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54" name="Google Shape;54;p9"/>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55" name="Google Shape;55;p9"/>
          <p:cNvSpPr txBox="1"/>
          <p:nvPr>
            <p:ph idx="1" type="body"/>
          </p:nvPr>
        </p:nvSpPr>
        <p:spPr>
          <a:xfrm>
            <a:off x="638675" y="1089250"/>
            <a:ext cx="3183600" cy="3114900"/>
          </a:xfrm>
          <a:prstGeom prst="rect">
            <a:avLst/>
          </a:prstGeom>
          <a:noFill/>
          <a:ln>
            <a:noFill/>
          </a:ln>
        </p:spPr>
        <p:txBody>
          <a:bodyPr anchorCtr="0" anchor="t" bIns="0" lIns="0" spcFirstLastPara="1" rIns="0" wrap="square" tIns="0">
            <a:noAutofit/>
          </a:bodyPr>
          <a:lstStyle>
            <a:lvl1pPr indent="-381000" lvl="0" marL="457200" algn="l">
              <a:lnSpc>
                <a:spcPct val="115000"/>
              </a:lnSpc>
              <a:spcBef>
                <a:spcPts val="0"/>
              </a:spcBef>
              <a:spcAft>
                <a:spcPts val="0"/>
              </a:spcAft>
              <a:buSzPts val="2400"/>
              <a:buChar char="●"/>
              <a:defRPr/>
            </a:lvl1pPr>
            <a:lvl2pPr indent="-342900" lvl="1" marL="914400" algn="l">
              <a:lnSpc>
                <a:spcPct val="115000"/>
              </a:lnSpc>
              <a:spcBef>
                <a:spcPts val="1600"/>
              </a:spcBef>
              <a:spcAft>
                <a:spcPts val="0"/>
              </a:spcAft>
              <a:buSzPts val="1800"/>
              <a:buChar char="○"/>
              <a:defRPr/>
            </a:lvl2pPr>
            <a:lvl3pPr indent="-330200" lvl="2" marL="1371600" algn="l">
              <a:lnSpc>
                <a:spcPct val="115000"/>
              </a:lnSpc>
              <a:spcBef>
                <a:spcPts val="1600"/>
              </a:spcBef>
              <a:spcAft>
                <a:spcPts val="0"/>
              </a:spcAft>
              <a:buSzPts val="1600"/>
              <a:buChar char="■"/>
              <a:defRPr/>
            </a:lvl3pPr>
            <a:lvl4pPr indent="-311150" lvl="3" marL="1828800" algn="l">
              <a:lnSpc>
                <a:spcPct val="115000"/>
              </a:lnSpc>
              <a:spcBef>
                <a:spcPts val="1600"/>
              </a:spcBef>
              <a:spcAft>
                <a:spcPts val="0"/>
              </a:spcAft>
              <a:buSzPts val="1300"/>
              <a:buChar char="●"/>
              <a:defRPr/>
            </a:lvl4pPr>
            <a:lvl5pPr indent="-292100" lvl="4" marL="2286000" algn="l">
              <a:lnSpc>
                <a:spcPct val="115000"/>
              </a:lnSpc>
              <a:spcBef>
                <a:spcPts val="1600"/>
              </a:spcBef>
              <a:spcAft>
                <a:spcPts val="0"/>
              </a:spcAft>
              <a:buSzPts val="1000"/>
              <a:buChar char="○"/>
              <a:defRPr/>
            </a:lvl5pPr>
            <a:lvl6pPr indent="-279400" lvl="5" marL="2743200" algn="l">
              <a:lnSpc>
                <a:spcPct val="115000"/>
              </a:lnSpc>
              <a:spcBef>
                <a:spcPts val="1600"/>
              </a:spcBef>
              <a:spcAft>
                <a:spcPts val="0"/>
              </a:spcAft>
              <a:buSzPts val="800"/>
              <a:buChar char="■"/>
              <a:defRPr/>
            </a:lvl6pPr>
            <a:lvl7pPr indent="-279400" lvl="6" marL="3200400" algn="l">
              <a:lnSpc>
                <a:spcPct val="115000"/>
              </a:lnSpc>
              <a:spcBef>
                <a:spcPts val="1600"/>
              </a:spcBef>
              <a:spcAft>
                <a:spcPts val="0"/>
              </a:spcAft>
              <a:buSzPts val="800"/>
              <a:buChar char="●"/>
              <a:defRPr/>
            </a:lvl7pPr>
            <a:lvl8pPr indent="-279400" lvl="7" marL="3657600" algn="l">
              <a:lnSpc>
                <a:spcPct val="115000"/>
              </a:lnSpc>
              <a:spcBef>
                <a:spcPts val="1600"/>
              </a:spcBef>
              <a:spcAft>
                <a:spcPts val="0"/>
              </a:spcAft>
              <a:buSzPts val="800"/>
              <a:buChar char="○"/>
              <a:defRPr/>
            </a:lvl8pPr>
            <a:lvl9pPr indent="-279400" lvl="8" marL="4114800" algn="l">
              <a:lnSpc>
                <a:spcPct val="115000"/>
              </a:lnSpc>
              <a:spcBef>
                <a:spcPts val="1600"/>
              </a:spcBef>
              <a:spcAft>
                <a:spcPts val="1600"/>
              </a:spcAft>
              <a:buSzPts val="800"/>
              <a:buChar char="■"/>
              <a:defRPr/>
            </a:lvl9pPr>
          </a:lstStyle>
          <a:p/>
        </p:txBody>
      </p:sp>
      <p:sp>
        <p:nvSpPr>
          <p:cNvPr id="56" name="Google Shape;56;p9"/>
          <p:cNvSpPr txBox="1"/>
          <p:nvPr>
            <p:ph idx="2" type="body"/>
          </p:nvPr>
        </p:nvSpPr>
        <p:spPr>
          <a:xfrm>
            <a:off x="4089400" y="1089250"/>
            <a:ext cx="3183600" cy="3114900"/>
          </a:xfrm>
          <a:prstGeom prst="rect">
            <a:avLst/>
          </a:prstGeom>
          <a:noFill/>
          <a:ln>
            <a:noFill/>
          </a:ln>
        </p:spPr>
        <p:txBody>
          <a:bodyPr anchorCtr="0" anchor="t" bIns="0" lIns="0" spcFirstLastPara="1" rIns="0" wrap="square" tIns="0">
            <a:noAutofit/>
          </a:bodyPr>
          <a:lstStyle>
            <a:lvl1pPr indent="-381000" lvl="0" marL="457200" algn="l">
              <a:lnSpc>
                <a:spcPct val="115000"/>
              </a:lnSpc>
              <a:spcBef>
                <a:spcPts val="0"/>
              </a:spcBef>
              <a:spcAft>
                <a:spcPts val="0"/>
              </a:spcAft>
              <a:buSzPts val="2400"/>
              <a:buChar char="●"/>
              <a:defRPr/>
            </a:lvl1pPr>
            <a:lvl2pPr indent="-342900" lvl="1" marL="914400" algn="l">
              <a:lnSpc>
                <a:spcPct val="115000"/>
              </a:lnSpc>
              <a:spcBef>
                <a:spcPts val="1600"/>
              </a:spcBef>
              <a:spcAft>
                <a:spcPts val="0"/>
              </a:spcAft>
              <a:buSzPts val="1800"/>
              <a:buChar char="○"/>
              <a:defRPr/>
            </a:lvl2pPr>
            <a:lvl3pPr indent="-330200" lvl="2" marL="1371600" algn="l">
              <a:lnSpc>
                <a:spcPct val="115000"/>
              </a:lnSpc>
              <a:spcBef>
                <a:spcPts val="1600"/>
              </a:spcBef>
              <a:spcAft>
                <a:spcPts val="0"/>
              </a:spcAft>
              <a:buSzPts val="1600"/>
              <a:buChar char="■"/>
              <a:defRPr/>
            </a:lvl3pPr>
            <a:lvl4pPr indent="-311150" lvl="3" marL="1828800" algn="l">
              <a:lnSpc>
                <a:spcPct val="115000"/>
              </a:lnSpc>
              <a:spcBef>
                <a:spcPts val="1600"/>
              </a:spcBef>
              <a:spcAft>
                <a:spcPts val="0"/>
              </a:spcAft>
              <a:buSzPts val="1300"/>
              <a:buChar char="●"/>
              <a:defRPr/>
            </a:lvl4pPr>
            <a:lvl5pPr indent="-292100" lvl="4" marL="2286000" algn="l">
              <a:lnSpc>
                <a:spcPct val="115000"/>
              </a:lnSpc>
              <a:spcBef>
                <a:spcPts val="1600"/>
              </a:spcBef>
              <a:spcAft>
                <a:spcPts val="0"/>
              </a:spcAft>
              <a:buSzPts val="1000"/>
              <a:buChar char="○"/>
              <a:defRPr/>
            </a:lvl5pPr>
            <a:lvl6pPr indent="-279400" lvl="5" marL="2743200" algn="l">
              <a:lnSpc>
                <a:spcPct val="115000"/>
              </a:lnSpc>
              <a:spcBef>
                <a:spcPts val="1600"/>
              </a:spcBef>
              <a:spcAft>
                <a:spcPts val="0"/>
              </a:spcAft>
              <a:buSzPts val="800"/>
              <a:buChar char="■"/>
              <a:defRPr/>
            </a:lvl6pPr>
            <a:lvl7pPr indent="-279400" lvl="6" marL="3200400" algn="l">
              <a:lnSpc>
                <a:spcPct val="115000"/>
              </a:lnSpc>
              <a:spcBef>
                <a:spcPts val="1600"/>
              </a:spcBef>
              <a:spcAft>
                <a:spcPts val="0"/>
              </a:spcAft>
              <a:buSzPts val="800"/>
              <a:buChar char="●"/>
              <a:defRPr/>
            </a:lvl7pPr>
            <a:lvl8pPr indent="-279400" lvl="7" marL="3657600" algn="l">
              <a:lnSpc>
                <a:spcPct val="115000"/>
              </a:lnSpc>
              <a:spcBef>
                <a:spcPts val="1600"/>
              </a:spcBef>
              <a:spcAft>
                <a:spcPts val="0"/>
              </a:spcAft>
              <a:buSzPts val="800"/>
              <a:buChar char="○"/>
              <a:defRPr/>
            </a:lvl8pPr>
            <a:lvl9pPr indent="-279400" lvl="8" marL="4114800" algn="l">
              <a:lnSpc>
                <a:spcPct val="115000"/>
              </a:lnSpc>
              <a:spcBef>
                <a:spcPts val="1600"/>
              </a:spcBef>
              <a:spcAft>
                <a:spcPts val="1600"/>
              </a:spcAft>
              <a:buSzPts val="800"/>
              <a:buChar char="■"/>
              <a:defRPr/>
            </a:lvl9pPr>
          </a:lstStyle>
          <a:p/>
        </p:txBody>
      </p:sp>
      <p:sp>
        <p:nvSpPr>
          <p:cNvPr id="57" name="Google Shape;57;p9"/>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sp>
        <p:nvSpPr>
          <p:cNvPr id="58" name="Google Shape;58;p9"/>
          <p:cNvSpPr txBox="1"/>
          <p:nvPr>
            <p:ph idx="3"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1600"/>
              </a:spcBef>
              <a:spcAft>
                <a:spcPts val="0"/>
              </a:spcAft>
              <a:buClr>
                <a:schemeClr val="dk1"/>
              </a:buClr>
              <a:buSzPts val="1800"/>
              <a:buNone/>
              <a:defRPr>
                <a:solidFill>
                  <a:schemeClr val="dk1"/>
                </a:solidFill>
              </a:defRPr>
            </a:lvl2pPr>
            <a:lvl3pPr lvl="2" algn="l">
              <a:lnSpc>
                <a:spcPct val="115000"/>
              </a:lnSpc>
              <a:spcBef>
                <a:spcPts val="1600"/>
              </a:spcBef>
              <a:spcAft>
                <a:spcPts val="0"/>
              </a:spcAft>
              <a:buClr>
                <a:schemeClr val="dk1"/>
              </a:buClr>
              <a:buSzPts val="1600"/>
              <a:buNone/>
              <a:defRPr>
                <a:solidFill>
                  <a:schemeClr val="dk1"/>
                </a:solidFill>
              </a:defRPr>
            </a:lvl3pPr>
            <a:lvl4pPr lvl="3" algn="l">
              <a:lnSpc>
                <a:spcPct val="115000"/>
              </a:lnSpc>
              <a:spcBef>
                <a:spcPts val="1600"/>
              </a:spcBef>
              <a:spcAft>
                <a:spcPts val="0"/>
              </a:spcAft>
              <a:buClr>
                <a:schemeClr val="dk1"/>
              </a:buClr>
              <a:buSzPts val="1300"/>
              <a:buNone/>
              <a:defRPr>
                <a:solidFill>
                  <a:schemeClr val="dk1"/>
                </a:solidFill>
              </a:defRPr>
            </a:lvl4pPr>
            <a:lvl5pPr lvl="4" algn="l">
              <a:lnSpc>
                <a:spcPct val="115000"/>
              </a:lnSpc>
              <a:spcBef>
                <a:spcPts val="1600"/>
              </a:spcBef>
              <a:spcAft>
                <a:spcPts val="0"/>
              </a:spcAft>
              <a:buClr>
                <a:schemeClr val="dk1"/>
              </a:buClr>
              <a:buSzPts val="1000"/>
              <a:buNone/>
              <a:defRPr>
                <a:solidFill>
                  <a:schemeClr val="dk1"/>
                </a:solidFill>
              </a:defRPr>
            </a:lvl5pPr>
            <a:lvl6pPr lvl="5" algn="l">
              <a:lnSpc>
                <a:spcPct val="115000"/>
              </a:lnSpc>
              <a:spcBef>
                <a:spcPts val="1600"/>
              </a:spcBef>
              <a:spcAft>
                <a:spcPts val="0"/>
              </a:spcAft>
              <a:buClr>
                <a:schemeClr val="dk1"/>
              </a:buClr>
              <a:buSzPts val="800"/>
              <a:buNone/>
              <a:defRPr>
                <a:solidFill>
                  <a:schemeClr val="dk1"/>
                </a:solidFill>
              </a:defRPr>
            </a:lvl6pPr>
            <a:lvl7pPr lvl="6" algn="l">
              <a:lnSpc>
                <a:spcPct val="115000"/>
              </a:lnSpc>
              <a:spcBef>
                <a:spcPts val="1600"/>
              </a:spcBef>
              <a:spcAft>
                <a:spcPts val="0"/>
              </a:spcAft>
              <a:buClr>
                <a:schemeClr val="dk1"/>
              </a:buClr>
              <a:buSzPts val="800"/>
              <a:buNone/>
              <a:defRPr>
                <a:solidFill>
                  <a:schemeClr val="dk1"/>
                </a:solidFill>
              </a:defRPr>
            </a:lvl7pPr>
            <a:lvl8pPr lvl="7" algn="l">
              <a:lnSpc>
                <a:spcPct val="115000"/>
              </a:lnSpc>
              <a:spcBef>
                <a:spcPts val="1600"/>
              </a:spcBef>
              <a:spcAft>
                <a:spcPts val="0"/>
              </a:spcAft>
              <a:buClr>
                <a:schemeClr val="dk1"/>
              </a:buClr>
              <a:buSzPts val="800"/>
              <a:buNone/>
              <a:defRPr>
                <a:solidFill>
                  <a:schemeClr val="dk1"/>
                </a:solidFill>
              </a:defRPr>
            </a:lvl8pPr>
            <a:lvl9pPr lvl="8" algn="l">
              <a:lnSpc>
                <a:spcPct val="115000"/>
              </a:lnSpc>
              <a:spcBef>
                <a:spcPts val="1600"/>
              </a:spcBef>
              <a:spcAft>
                <a:spcPts val="1600"/>
              </a:spcAft>
              <a:buClr>
                <a:schemeClr val="dk1"/>
              </a:buClr>
              <a:buSzPts val="800"/>
              <a:buNone/>
              <a:defRPr>
                <a:solidFill>
                  <a:schemeClr val="dk1"/>
                </a:solidFill>
              </a:defRPr>
            </a:lvl9pPr>
          </a:lstStyle>
          <a:p/>
        </p:txBody>
      </p:sp>
      <p:pic>
        <p:nvPicPr>
          <p:cNvPr id="59" name="Google Shape;59;p9"/>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60" name="Google Shape;60;p9"/>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61" name="Google Shape;61;p9"/>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elements">
  <p:cSld name="TITLE_4_1_1_2">
    <p:spTree>
      <p:nvGrpSpPr>
        <p:cNvPr id="62" name="Shape 62"/>
        <p:cNvGrpSpPr/>
        <p:nvPr/>
      </p:nvGrpSpPr>
      <p:grpSpPr>
        <a:xfrm>
          <a:off x="0" y="0"/>
          <a:ext cx="0" cy="0"/>
          <a:chOff x="0" y="0"/>
          <a:chExt cx="0" cy="0"/>
        </a:xfrm>
      </p:grpSpPr>
      <p:pic>
        <p:nvPicPr>
          <p:cNvPr id="63" name="Google Shape;63;p10"/>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64" name="Google Shape;64;p10"/>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sp>
        <p:nvSpPr>
          <p:cNvPr id="65" name="Google Shape;65;p10"/>
          <p:cNvSpPr txBox="1"/>
          <p:nvPr>
            <p:ph idx="1"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rtl="0" algn="l">
              <a:lnSpc>
                <a:spcPct val="115000"/>
              </a:lnSpc>
              <a:spcBef>
                <a:spcPts val="0"/>
              </a:spcBef>
              <a:spcAft>
                <a:spcPts val="0"/>
              </a:spcAft>
              <a:buClr>
                <a:schemeClr val="dk1"/>
              </a:buClr>
              <a:buSzPts val="1200"/>
              <a:buNone/>
              <a:defRPr sz="1200">
                <a:solidFill>
                  <a:schemeClr val="dk1"/>
                </a:solidFill>
              </a:defRPr>
            </a:lvl1pPr>
            <a:lvl2pPr lvl="1" rtl="0" algn="l">
              <a:lnSpc>
                <a:spcPct val="115000"/>
              </a:lnSpc>
              <a:spcBef>
                <a:spcPts val="1600"/>
              </a:spcBef>
              <a:spcAft>
                <a:spcPts val="0"/>
              </a:spcAft>
              <a:buClr>
                <a:schemeClr val="dk1"/>
              </a:buClr>
              <a:buSzPts val="1800"/>
              <a:buNone/>
              <a:defRPr>
                <a:solidFill>
                  <a:schemeClr val="dk1"/>
                </a:solidFill>
              </a:defRPr>
            </a:lvl2pPr>
            <a:lvl3pPr lvl="2" rtl="0" algn="l">
              <a:lnSpc>
                <a:spcPct val="115000"/>
              </a:lnSpc>
              <a:spcBef>
                <a:spcPts val="1600"/>
              </a:spcBef>
              <a:spcAft>
                <a:spcPts val="0"/>
              </a:spcAft>
              <a:buClr>
                <a:schemeClr val="dk1"/>
              </a:buClr>
              <a:buSzPts val="1600"/>
              <a:buNone/>
              <a:defRPr>
                <a:solidFill>
                  <a:schemeClr val="dk1"/>
                </a:solidFill>
              </a:defRPr>
            </a:lvl3pPr>
            <a:lvl4pPr lvl="3" rtl="0" algn="l">
              <a:lnSpc>
                <a:spcPct val="115000"/>
              </a:lnSpc>
              <a:spcBef>
                <a:spcPts val="1600"/>
              </a:spcBef>
              <a:spcAft>
                <a:spcPts val="0"/>
              </a:spcAft>
              <a:buClr>
                <a:schemeClr val="dk1"/>
              </a:buClr>
              <a:buSzPts val="1300"/>
              <a:buNone/>
              <a:defRPr>
                <a:solidFill>
                  <a:schemeClr val="dk1"/>
                </a:solidFill>
              </a:defRPr>
            </a:lvl4pPr>
            <a:lvl5pPr lvl="4" rtl="0" algn="l">
              <a:lnSpc>
                <a:spcPct val="115000"/>
              </a:lnSpc>
              <a:spcBef>
                <a:spcPts val="1600"/>
              </a:spcBef>
              <a:spcAft>
                <a:spcPts val="0"/>
              </a:spcAft>
              <a:buClr>
                <a:schemeClr val="dk1"/>
              </a:buClr>
              <a:buSzPts val="1000"/>
              <a:buNone/>
              <a:defRPr>
                <a:solidFill>
                  <a:schemeClr val="dk1"/>
                </a:solidFill>
              </a:defRPr>
            </a:lvl5pPr>
            <a:lvl6pPr lvl="5" rtl="0" algn="l">
              <a:lnSpc>
                <a:spcPct val="115000"/>
              </a:lnSpc>
              <a:spcBef>
                <a:spcPts val="1600"/>
              </a:spcBef>
              <a:spcAft>
                <a:spcPts val="0"/>
              </a:spcAft>
              <a:buClr>
                <a:schemeClr val="dk1"/>
              </a:buClr>
              <a:buSzPts val="800"/>
              <a:buNone/>
              <a:defRPr>
                <a:solidFill>
                  <a:schemeClr val="dk1"/>
                </a:solidFill>
              </a:defRPr>
            </a:lvl6pPr>
            <a:lvl7pPr lvl="6" rtl="0" algn="l">
              <a:lnSpc>
                <a:spcPct val="115000"/>
              </a:lnSpc>
              <a:spcBef>
                <a:spcPts val="1600"/>
              </a:spcBef>
              <a:spcAft>
                <a:spcPts val="0"/>
              </a:spcAft>
              <a:buClr>
                <a:schemeClr val="dk1"/>
              </a:buClr>
              <a:buSzPts val="800"/>
              <a:buNone/>
              <a:defRPr>
                <a:solidFill>
                  <a:schemeClr val="dk1"/>
                </a:solidFill>
              </a:defRPr>
            </a:lvl7pPr>
            <a:lvl8pPr lvl="7" rtl="0" algn="l">
              <a:lnSpc>
                <a:spcPct val="115000"/>
              </a:lnSpc>
              <a:spcBef>
                <a:spcPts val="1600"/>
              </a:spcBef>
              <a:spcAft>
                <a:spcPts val="0"/>
              </a:spcAft>
              <a:buClr>
                <a:schemeClr val="dk1"/>
              </a:buClr>
              <a:buSzPts val="800"/>
              <a:buNone/>
              <a:defRPr>
                <a:solidFill>
                  <a:schemeClr val="dk1"/>
                </a:solidFill>
              </a:defRPr>
            </a:lvl8pPr>
            <a:lvl9pPr lvl="8" rtl="0" algn="l">
              <a:lnSpc>
                <a:spcPct val="115000"/>
              </a:lnSpc>
              <a:spcBef>
                <a:spcPts val="1600"/>
              </a:spcBef>
              <a:spcAft>
                <a:spcPts val="1600"/>
              </a:spcAft>
              <a:buClr>
                <a:schemeClr val="dk1"/>
              </a:buClr>
              <a:buSzPts val="800"/>
              <a:buNone/>
              <a:defRPr>
                <a:solidFill>
                  <a:schemeClr val="dk1"/>
                </a:solidFill>
              </a:defRPr>
            </a:lvl9pPr>
          </a:lstStyle>
          <a:p/>
        </p:txBody>
      </p:sp>
      <p:pic>
        <p:nvPicPr>
          <p:cNvPr id="66" name="Google Shape;66;p10"/>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67" name="Google Shape;67;p10"/>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68" name="Google Shape;68;p10"/>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
        <p:nvSpPr>
          <p:cNvPr id="69" name="Google Shape;69;p10"/>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3600"/>
              <a:buNone/>
              <a:defRPr sz="3600"/>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70" name="Google Shape;70;p10"/>
          <p:cNvSpPr/>
          <p:nvPr/>
        </p:nvSpPr>
        <p:spPr>
          <a:xfrm>
            <a:off x="380998" y="1079775"/>
            <a:ext cx="1702407" cy="1809639"/>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chemeClr val="accent4"/>
          </a:solidFill>
          <a:ln>
            <a:noFill/>
          </a:ln>
        </p:spPr>
      </p:sp>
      <p:sp>
        <p:nvSpPr>
          <p:cNvPr id="71" name="Google Shape;71;p10"/>
          <p:cNvSpPr/>
          <p:nvPr/>
        </p:nvSpPr>
        <p:spPr>
          <a:xfrm>
            <a:off x="267950" y="3262351"/>
            <a:ext cx="822442" cy="874128"/>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rgbClr val="E31933"/>
          </a:solidFill>
          <a:ln>
            <a:noFill/>
          </a:ln>
        </p:spPr>
      </p:sp>
      <p:sp>
        <p:nvSpPr>
          <p:cNvPr id="72" name="Google Shape;72;p10"/>
          <p:cNvSpPr/>
          <p:nvPr/>
        </p:nvSpPr>
        <p:spPr>
          <a:xfrm>
            <a:off x="4367573" y="1079775"/>
            <a:ext cx="1702407" cy="1809639"/>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chemeClr val="accent1"/>
          </a:solidFill>
          <a:ln>
            <a:noFill/>
          </a:ln>
        </p:spPr>
      </p:sp>
      <p:sp>
        <p:nvSpPr>
          <p:cNvPr id="73" name="Google Shape;73;p10"/>
          <p:cNvSpPr txBox="1"/>
          <p:nvPr>
            <p:ph idx="2" type="subTitle"/>
          </p:nvPr>
        </p:nvSpPr>
        <p:spPr>
          <a:xfrm>
            <a:off x="1746200" y="2630350"/>
            <a:ext cx="2571300" cy="258900"/>
          </a:xfrm>
          <a:prstGeom prst="rect">
            <a:avLst/>
          </a:prstGeom>
        </p:spPr>
        <p:txBody>
          <a:bodyPr anchorCtr="0" anchor="t" bIns="0" lIns="0" spcFirstLastPara="1" rIns="0" wrap="square" tIns="0">
            <a:noAutofit/>
          </a:bodyPr>
          <a:lstStyle>
            <a:lvl1pPr lvl="0" rtl="0">
              <a:spcBef>
                <a:spcPts val="0"/>
              </a:spcBef>
              <a:spcAft>
                <a:spcPts val="0"/>
              </a:spcAft>
              <a:buSzPts val="1400"/>
              <a:buFont typeface="Source Sans Pro"/>
              <a:buNone/>
              <a:defRPr sz="1400">
                <a:latin typeface="Source Sans Pro"/>
                <a:ea typeface="Source Sans Pro"/>
                <a:cs typeface="Source Sans Pro"/>
                <a:sym typeface="Source Sans Pro"/>
              </a:defRPr>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74" name="Google Shape;74;p10"/>
          <p:cNvSpPr/>
          <p:nvPr/>
        </p:nvSpPr>
        <p:spPr>
          <a:xfrm>
            <a:off x="3164125" y="3262351"/>
            <a:ext cx="822442" cy="874128"/>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rgbClr val="B7B7B7"/>
          </a:solidFill>
          <a:ln>
            <a:noFill/>
          </a:ln>
        </p:spPr>
      </p:sp>
      <p:sp>
        <p:nvSpPr>
          <p:cNvPr id="75" name="Google Shape;75;p10"/>
          <p:cNvSpPr/>
          <p:nvPr/>
        </p:nvSpPr>
        <p:spPr>
          <a:xfrm>
            <a:off x="6019800" y="3262351"/>
            <a:ext cx="822442" cy="874128"/>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chemeClr val="accent4"/>
          </a:solidFill>
          <a:ln>
            <a:noFill/>
          </a:ln>
        </p:spPr>
      </p:sp>
      <p:sp>
        <p:nvSpPr>
          <p:cNvPr id="76" name="Google Shape;76;p10"/>
          <p:cNvSpPr txBox="1"/>
          <p:nvPr>
            <p:ph hasCustomPrompt="1" idx="3" type="title"/>
          </p:nvPr>
        </p:nvSpPr>
        <p:spPr>
          <a:xfrm>
            <a:off x="1746201" y="1121300"/>
            <a:ext cx="3254400" cy="1538400"/>
          </a:xfrm>
          <a:prstGeom prst="rect">
            <a:avLst/>
          </a:prstGeom>
        </p:spPr>
        <p:txBody>
          <a:bodyPr anchorCtr="0" anchor="ctr" bIns="0" lIns="0" spcFirstLastPara="1" rIns="0" wrap="square" tIns="0">
            <a:noAutofit/>
          </a:bodyPr>
          <a:lstStyle>
            <a:lvl1pPr lvl="0" rtl="0">
              <a:spcBef>
                <a:spcPts val="0"/>
              </a:spcBef>
              <a:spcAft>
                <a:spcPts val="0"/>
              </a:spcAft>
              <a:buSzPts val="13000"/>
              <a:buFont typeface="Source Sans Pro"/>
              <a:buNone/>
              <a:defRPr b="0" sz="13000">
                <a:latin typeface="Source Sans Pro"/>
                <a:ea typeface="Source Sans Pro"/>
                <a:cs typeface="Source Sans Pro"/>
                <a:sym typeface="Source Sans Pr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77" name="Google Shape;77;p10"/>
          <p:cNvSpPr txBox="1"/>
          <p:nvPr>
            <p:ph idx="4" type="subTitle"/>
          </p:nvPr>
        </p:nvSpPr>
        <p:spPr>
          <a:xfrm>
            <a:off x="5732775" y="2630350"/>
            <a:ext cx="2571300" cy="258900"/>
          </a:xfrm>
          <a:prstGeom prst="rect">
            <a:avLst/>
          </a:prstGeom>
        </p:spPr>
        <p:txBody>
          <a:bodyPr anchorCtr="0" anchor="t" bIns="0" lIns="0" spcFirstLastPara="1" rIns="0" wrap="square" tIns="0">
            <a:noAutofit/>
          </a:bodyPr>
          <a:lstStyle>
            <a:lvl1pPr lvl="0" rtl="0">
              <a:spcBef>
                <a:spcPts val="0"/>
              </a:spcBef>
              <a:spcAft>
                <a:spcPts val="0"/>
              </a:spcAft>
              <a:buSzPts val="1400"/>
              <a:buFont typeface="Source Sans Pro"/>
              <a:buNone/>
              <a:defRPr sz="1400">
                <a:latin typeface="Source Sans Pro"/>
                <a:ea typeface="Source Sans Pro"/>
                <a:cs typeface="Source Sans Pro"/>
                <a:sym typeface="Source Sans Pro"/>
              </a:defRPr>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78" name="Google Shape;78;p10"/>
          <p:cNvSpPr txBox="1"/>
          <p:nvPr>
            <p:ph hasCustomPrompt="1" idx="5" type="title"/>
          </p:nvPr>
        </p:nvSpPr>
        <p:spPr>
          <a:xfrm>
            <a:off x="5732776" y="1121300"/>
            <a:ext cx="3254400" cy="1538400"/>
          </a:xfrm>
          <a:prstGeom prst="rect">
            <a:avLst/>
          </a:prstGeom>
        </p:spPr>
        <p:txBody>
          <a:bodyPr anchorCtr="0" anchor="ctr" bIns="0" lIns="0" spcFirstLastPara="1" rIns="0" wrap="square" tIns="0">
            <a:noAutofit/>
          </a:bodyPr>
          <a:lstStyle>
            <a:lvl1pPr lvl="0" rtl="0">
              <a:spcBef>
                <a:spcPts val="0"/>
              </a:spcBef>
              <a:spcAft>
                <a:spcPts val="0"/>
              </a:spcAft>
              <a:buSzPts val="13000"/>
              <a:buFont typeface="Source Sans Pro"/>
              <a:buNone/>
              <a:defRPr b="0" sz="13000">
                <a:latin typeface="Source Sans Pro"/>
                <a:ea typeface="Source Sans Pro"/>
                <a:cs typeface="Source Sans Pro"/>
                <a:sym typeface="Source Sans Pr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79" name="Google Shape;79;p10"/>
          <p:cNvSpPr txBox="1"/>
          <p:nvPr>
            <p:ph idx="6" type="subTitle"/>
          </p:nvPr>
        </p:nvSpPr>
        <p:spPr>
          <a:xfrm>
            <a:off x="1173561" y="3971981"/>
            <a:ext cx="2571300" cy="258900"/>
          </a:xfrm>
          <a:prstGeom prst="rect">
            <a:avLst/>
          </a:prstGeom>
        </p:spPr>
        <p:txBody>
          <a:bodyPr anchorCtr="0" anchor="t" bIns="0" lIns="0" spcFirstLastPara="1" rIns="0" wrap="square" tIns="0">
            <a:noAutofit/>
          </a:bodyPr>
          <a:lstStyle>
            <a:lvl1pPr lvl="0" rtl="0">
              <a:spcBef>
                <a:spcPts val="0"/>
              </a:spcBef>
              <a:spcAft>
                <a:spcPts val="0"/>
              </a:spcAft>
              <a:buSzPts val="1400"/>
              <a:buFont typeface="Source Sans Pro"/>
              <a:buNone/>
              <a:defRPr sz="1400">
                <a:latin typeface="Source Sans Pro"/>
                <a:ea typeface="Source Sans Pro"/>
                <a:cs typeface="Source Sans Pro"/>
                <a:sym typeface="Source Sans Pro"/>
              </a:defRPr>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80" name="Google Shape;80;p10"/>
          <p:cNvSpPr txBox="1"/>
          <p:nvPr>
            <p:ph hasCustomPrompt="1" idx="7" type="title"/>
          </p:nvPr>
        </p:nvSpPr>
        <p:spPr>
          <a:xfrm>
            <a:off x="1165869" y="3134019"/>
            <a:ext cx="1810500" cy="823500"/>
          </a:xfrm>
          <a:prstGeom prst="rect">
            <a:avLst/>
          </a:prstGeom>
        </p:spPr>
        <p:txBody>
          <a:bodyPr anchorCtr="0" anchor="ctr" bIns="0" lIns="0" spcFirstLastPara="1" rIns="0" wrap="square" tIns="0">
            <a:noAutofit/>
          </a:bodyPr>
          <a:lstStyle>
            <a:lvl1pPr lvl="0" rtl="0">
              <a:spcBef>
                <a:spcPts val="0"/>
              </a:spcBef>
              <a:spcAft>
                <a:spcPts val="0"/>
              </a:spcAft>
              <a:buSzPts val="7200"/>
              <a:buFont typeface="Source Sans Pro"/>
              <a:buNone/>
              <a:defRPr b="0" sz="7200">
                <a:latin typeface="Source Sans Pro"/>
                <a:ea typeface="Source Sans Pro"/>
                <a:cs typeface="Source Sans Pro"/>
                <a:sym typeface="Source Sans Pr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81" name="Google Shape;81;p10"/>
          <p:cNvSpPr txBox="1"/>
          <p:nvPr>
            <p:ph idx="8" type="subTitle"/>
          </p:nvPr>
        </p:nvSpPr>
        <p:spPr>
          <a:xfrm>
            <a:off x="4069736" y="3971981"/>
            <a:ext cx="2571300" cy="258900"/>
          </a:xfrm>
          <a:prstGeom prst="rect">
            <a:avLst/>
          </a:prstGeom>
        </p:spPr>
        <p:txBody>
          <a:bodyPr anchorCtr="0" anchor="t" bIns="0" lIns="0" spcFirstLastPara="1" rIns="0" wrap="square" tIns="0">
            <a:noAutofit/>
          </a:bodyPr>
          <a:lstStyle>
            <a:lvl1pPr lvl="0" rtl="0">
              <a:spcBef>
                <a:spcPts val="0"/>
              </a:spcBef>
              <a:spcAft>
                <a:spcPts val="0"/>
              </a:spcAft>
              <a:buSzPts val="1400"/>
              <a:buFont typeface="Source Sans Pro"/>
              <a:buNone/>
              <a:defRPr sz="1400">
                <a:latin typeface="Source Sans Pro"/>
                <a:ea typeface="Source Sans Pro"/>
                <a:cs typeface="Source Sans Pro"/>
                <a:sym typeface="Source Sans Pro"/>
              </a:defRPr>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82" name="Google Shape;82;p10"/>
          <p:cNvSpPr txBox="1"/>
          <p:nvPr>
            <p:ph hasCustomPrompt="1" idx="9" type="title"/>
          </p:nvPr>
        </p:nvSpPr>
        <p:spPr>
          <a:xfrm>
            <a:off x="4062044" y="3134019"/>
            <a:ext cx="1810500" cy="823500"/>
          </a:xfrm>
          <a:prstGeom prst="rect">
            <a:avLst/>
          </a:prstGeom>
        </p:spPr>
        <p:txBody>
          <a:bodyPr anchorCtr="0" anchor="ctr" bIns="0" lIns="0" spcFirstLastPara="1" rIns="0" wrap="square" tIns="0">
            <a:noAutofit/>
          </a:bodyPr>
          <a:lstStyle>
            <a:lvl1pPr lvl="0" rtl="0">
              <a:spcBef>
                <a:spcPts val="0"/>
              </a:spcBef>
              <a:spcAft>
                <a:spcPts val="0"/>
              </a:spcAft>
              <a:buSzPts val="7200"/>
              <a:buFont typeface="Source Sans Pro"/>
              <a:buNone/>
              <a:defRPr b="0" sz="7200">
                <a:latin typeface="Source Sans Pro"/>
                <a:ea typeface="Source Sans Pro"/>
                <a:cs typeface="Source Sans Pro"/>
                <a:sym typeface="Source Sans Pr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83" name="Google Shape;83;p10"/>
          <p:cNvSpPr txBox="1"/>
          <p:nvPr>
            <p:ph idx="13" type="subTitle"/>
          </p:nvPr>
        </p:nvSpPr>
        <p:spPr>
          <a:xfrm>
            <a:off x="6925411" y="3971981"/>
            <a:ext cx="2571300" cy="258900"/>
          </a:xfrm>
          <a:prstGeom prst="rect">
            <a:avLst/>
          </a:prstGeom>
        </p:spPr>
        <p:txBody>
          <a:bodyPr anchorCtr="0" anchor="t" bIns="0" lIns="0" spcFirstLastPara="1" rIns="0" wrap="square" tIns="0">
            <a:noAutofit/>
          </a:bodyPr>
          <a:lstStyle>
            <a:lvl1pPr lvl="0" rtl="0">
              <a:spcBef>
                <a:spcPts val="0"/>
              </a:spcBef>
              <a:spcAft>
                <a:spcPts val="0"/>
              </a:spcAft>
              <a:buSzPts val="1400"/>
              <a:buFont typeface="Source Sans Pro"/>
              <a:buNone/>
              <a:defRPr sz="1400">
                <a:latin typeface="Source Sans Pro"/>
                <a:ea typeface="Source Sans Pro"/>
                <a:cs typeface="Source Sans Pro"/>
                <a:sym typeface="Source Sans Pro"/>
              </a:defRPr>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84" name="Google Shape;84;p10"/>
          <p:cNvSpPr txBox="1"/>
          <p:nvPr>
            <p:ph hasCustomPrompt="1" idx="14" type="title"/>
          </p:nvPr>
        </p:nvSpPr>
        <p:spPr>
          <a:xfrm>
            <a:off x="6917719" y="3134019"/>
            <a:ext cx="1810500" cy="823500"/>
          </a:xfrm>
          <a:prstGeom prst="rect">
            <a:avLst/>
          </a:prstGeom>
        </p:spPr>
        <p:txBody>
          <a:bodyPr anchorCtr="0" anchor="ctr" bIns="0" lIns="0" spcFirstLastPara="1" rIns="0" wrap="square" tIns="0">
            <a:noAutofit/>
          </a:bodyPr>
          <a:lstStyle>
            <a:lvl1pPr lvl="0" rtl="0">
              <a:spcBef>
                <a:spcPts val="0"/>
              </a:spcBef>
              <a:spcAft>
                <a:spcPts val="0"/>
              </a:spcAft>
              <a:buSzPts val="7200"/>
              <a:buFont typeface="Source Sans Pro"/>
              <a:buNone/>
              <a:defRPr b="0" sz="7200">
                <a:latin typeface="Source Sans Pro"/>
                <a:ea typeface="Source Sans Pro"/>
                <a:cs typeface="Source Sans Pro"/>
                <a:sym typeface="Source Sans Pr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TITLE_4_1_1_2_1">
    <p:spTree>
      <p:nvGrpSpPr>
        <p:cNvPr id="85" name="Shape 85"/>
        <p:cNvGrpSpPr/>
        <p:nvPr/>
      </p:nvGrpSpPr>
      <p:grpSpPr>
        <a:xfrm>
          <a:off x="0" y="0"/>
          <a:ext cx="0" cy="0"/>
          <a:chOff x="0" y="0"/>
          <a:chExt cx="0" cy="0"/>
        </a:xfrm>
      </p:grpSpPr>
      <p:pic>
        <p:nvPicPr>
          <p:cNvPr id="86" name="Google Shape;86;p11"/>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87" name="Google Shape;87;p11"/>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sp>
        <p:nvSpPr>
          <p:cNvPr id="88" name="Google Shape;88;p11"/>
          <p:cNvSpPr txBox="1"/>
          <p:nvPr>
            <p:ph idx="1"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rtl="0" algn="l">
              <a:lnSpc>
                <a:spcPct val="115000"/>
              </a:lnSpc>
              <a:spcBef>
                <a:spcPts val="0"/>
              </a:spcBef>
              <a:spcAft>
                <a:spcPts val="0"/>
              </a:spcAft>
              <a:buClr>
                <a:schemeClr val="dk1"/>
              </a:buClr>
              <a:buSzPts val="1200"/>
              <a:buNone/>
              <a:defRPr sz="1200">
                <a:solidFill>
                  <a:schemeClr val="dk1"/>
                </a:solidFill>
              </a:defRPr>
            </a:lvl1pPr>
            <a:lvl2pPr lvl="1" rtl="0" algn="l">
              <a:lnSpc>
                <a:spcPct val="115000"/>
              </a:lnSpc>
              <a:spcBef>
                <a:spcPts val="1600"/>
              </a:spcBef>
              <a:spcAft>
                <a:spcPts val="0"/>
              </a:spcAft>
              <a:buClr>
                <a:schemeClr val="dk1"/>
              </a:buClr>
              <a:buSzPts val="1800"/>
              <a:buNone/>
              <a:defRPr>
                <a:solidFill>
                  <a:schemeClr val="dk1"/>
                </a:solidFill>
              </a:defRPr>
            </a:lvl2pPr>
            <a:lvl3pPr lvl="2" rtl="0" algn="l">
              <a:lnSpc>
                <a:spcPct val="115000"/>
              </a:lnSpc>
              <a:spcBef>
                <a:spcPts val="1600"/>
              </a:spcBef>
              <a:spcAft>
                <a:spcPts val="0"/>
              </a:spcAft>
              <a:buClr>
                <a:schemeClr val="dk1"/>
              </a:buClr>
              <a:buSzPts val="1600"/>
              <a:buNone/>
              <a:defRPr>
                <a:solidFill>
                  <a:schemeClr val="dk1"/>
                </a:solidFill>
              </a:defRPr>
            </a:lvl3pPr>
            <a:lvl4pPr lvl="3" rtl="0" algn="l">
              <a:lnSpc>
                <a:spcPct val="115000"/>
              </a:lnSpc>
              <a:spcBef>
                <a:spcPts val="1600"/>
              </a:spcBef>
              <a:spcAft>
                <a:spcPts val="0"/>
              </a:spcAft>
              <a:buClr>
                <a:schemeClr val="dk1"/>
              </a:buClr>
              <a:buSzPts val="1300"/>
              <a:buNone/>
              <a:defRPr>
                <a:solidFill>
                  <a:schemeClr val="dk1"/>
                </a:solidFill>
              </a:defRPr>
            </a:lvl4pPr>
            <a:lvl5pPr lvl="4" rtl="0" algn="l">
              <a:lnSpc>
                <a:spcPct val="115000"/>
              </a:lnSpc>
              <a:spcBef>
                <a:spcPts val="1600"/>
              </a:spcBef>
              <a:spcAft>
                <a:spcPts val="0"/>
              </a:spcAft>
              <a:buClr>
                <a:schemeClr val="dk1"/>
              </a:buClr>
              <a:buSzPts val="1000"/>
              <a:buNone/>
              <a:defRPr>
                <a:solidFill>
                  <a:schemeClr val="dk1"/>
                </a:solidFill>
              </a:defRPr>
            </a:lvl5pPr>
            <a:lvl6pPr lvl="5" rtl="0" algn="l">
              <a:lnSpc>
                <a:spcPct val="115000"/>
              </a:lnSpc>
              <a:spcBef>
                <a:spcPts val="1600"/>
              </a:spcBef>
              <a:spcAft>
                <a:spcPts val="0"/>
              </a:spcAft>
              <a:buClr>
                <a:schemeClr val="dk1"/>
              </a:buClr>
              <a:buSzPts val="800"/>
              <a:buNone/>
              <a:defRPr>
                <a:solidFill>
                  <a:schemeClr val="dk1"/>
                </a:solidFill>
              </a:defRPr>
            </a:lvl6pPr>
            <a:lvl7pPr lvl="6" rtl="0" algn="l">
              <a:lnSpc>
                <a:spcPct val="115000"/>
              </a:lnSpc>
              <a:spcBef>
                <a:spcPts val="1600"/>
              </a:spcBef>
              <a:spcAft>
                <a:spcPts val="0"/>
              </a:spcAft>
              <a:buClr>
                <a:schemeClr val="dk1"/>
              </a:buClr>
              <a:buSzPts val="800"/>
              <a:buNone/>
              <a:defRPr>
                <a:solidFill>
                  <a:schemeClr val="dk1"/>
                </a:solidFill>
              </a:defRPr>
            </a:lvl7pPr>
            <a:lvl8pPr lvl="7" rtl="0" algn="l">
              <a:lnSpc>
                <a:spcPct val="115000"/>
              </a:lnSpc>
              <a:spcBef>
                <a:spcPts val="1600"/>
              </a:spcBef>
              <a:spcAft>
                <a:spcPts val="0"/>
              </a:spcAft>
              <a:buClr>
                <a:schemeClr val="dk1"/>
              </a:buClr>
              <a:buSzPts val="800"/>
              <a:buNone/>
              <a:defRPr>
                <a:solidFill>
                  <a:schemeClr val="dk1"/>
                </a:solidFill>
              </a:defRPr>
            </a:lvl8pPr>
            <a:lvl9pPr lvl="8" rtl="0" algn="l">
              <a:lnSpc>
                <a:spcPct val="115000"/>
              </a:lnSpc>
              <a:spcBef>
                <a:spcPts val="1600"/>
              </a:spcBef>
              <a:spcAft>
                <a:spcPts val="1600"/>
              </a:spcAft>
              <a:buClr>
                <a:schemeClr val="dk1"/>
              </a:buClr>
              <a:buSzPts val="800"/>
              <a:buNone/>
              <a:defRPr>
                <a:solidFill>
                  <a:schemeClr val="dk1"/>
                </a:solidFill>
              </a:defRPr>
            </a:lvl9pPr>
          </a:lstStyle>
          <a:p/>
        </p:txBody>
      </p:sp>
      <p:pic>
        <p:nvPicPr>
          <p:cNvPr id="89" name="Google Shape;89;p11"/>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90" name="Google Shape;90;p11"/>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91" name="Google Shape;91;p11"/>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
        <p:nvSpPr>
          <p:cNvPr id="92" name="Google Shape;92;p11"/>
          <p:cNvSpPr/>
          <p:nvPr/>
        </p:nvSpPr>
        <p:spPr>
          <a:xfrm>
            <a:off x="-1796500" y="-959226"/>
            <a:ext cx="3940412" cy="4188043"/>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rgbClr val="FFD200"/>
          </a:solidFill>
          <a:ln>
            <a:noFill/>
          </a:ln>
        </p:spPr>
      </p:sp>
      <p:cxnSp>
        <p:nvCxnSpPr>
          <p:cNvPr id="93" name="Google Shape;93;p11"/>
          <p:cNvCxnSpPr/>
          <p:nvPr/>
        </p:nvCxnSpPr>
        <p:spPr>
          <a:xfrm>
            <a:off x="842707" y="2786250"/>
            <a:ext cx="0" cy="236700"/>
          </a:xfrm>
          <a:prstGeom prst="straightConnector1">
            <a:avLst/>
          </a:prstGeom>
          <a:noFill/>
          <a:ln cap="flat" cmpd="sng" w="9525">
            <a:solidFill>
              <a:srgbClr val="B7B7B7"/>
            </a:solidFill>
            <a:prstDash val="solid"/>
            <a:round/>
            <a:headEnd len="med" w="med" type="none"/>
            <a:tailEnd len="med" w="med" type="oval"/>
          </a:ln>
        </p:spPr>
      </p:cxnSp>
      <p:cxnSp>
        <p:nvCxnSpPr>
          <p:cNvPr id="94" name="Google Shape;94;p11"/>
          <p:cNvCxnSpPr/>
          <p:nvPr/>
        </p:nvCxnSpPr>
        <p:spPr>
          <a:xfrm>
            <a:off x="3480607" y="2786250"/>
            <a:ext cx="0" cy="236700"/>
          </a:xfrm>
          <a:prstGeom prst="straightConnector1">
            <a:avLst/>
          </a:prstGeom>
          <a:noFill/>
          <a:ln cap="flat" cmpd="sng" w="9525">
            <a:solidFill>
              <a:srgbClr val="B7B7B7"/>
            </a:solidFill>
            <a:prstDash val="solid"/>
            <a:round/>
            <a:headEnd len="med" w="med" type="none"/>
            <a:tailEnd len="med" w="med" type="oval"/>
          </a:ln>
        </p:spPr>
      </p:cxnSp>
      <p:cxnSp>
        <p:nvCxnSpPr>
          <p:cNvPr id="95" name="Google Shape;95;p11"/>
          <p:cNvCxnSpPr/>
          <p:nvPr/>
        </p:nvCxnSpPr>
        <p:spPr>
          <a:xfrm>
            <a:off x="6096007" y="2786250"/>
            <a:ext cx="0" cy="236700"/>
          </a:xfrm>
          <a:prstGeom prst="straightConnector1">
            <a:avLst/>
          </a:prstGeom>
          <a:noFill/>
          <a:ln cap="flat" cmpd="sng" w="9525">
            <a:solidFill>
              <a:srgbClr val="B7B7B7"/>
            </a:solidFill>
            <a:prstDash val="solid"/>
            <a:round/>
            <a:headEnd len="med" w="med" type="none"/>
            <a:tailEnd len="med" w="med" type="oval"/>
          </a:ln>
        </p:spPr>
      </p:cxnSp>
      <p:cxnSp>
        <p:nvCxnSpPr>
          <p:cNvPr id="96" name="Google Shape;96;p11"/>
          <p:cNvCxnSpPr/>
          <p:nvPr/>
        </p:nvCxnSpPr>
        <p:spPr>
          <a:xfrm rot="10800000">
            <a:off x="2138100" y="2297251"/>
            <a:ext cx="0" cy="255300"/>
          </a:xfrm>
          <a:prstGeom prst="straightConnector1">
            <a:avLst/>
          </a:prstGeom>
          <a:noFill/>
          <a:ln cap="flat" cmpd="sng" w="9525">
            <a:solidFill>
              <a:srgbClr val="B7B7B7"/>
            </a:solidFill>
            <a:prstDash val="solid"/>
            <a:round/>
            <a:headEnd len="med" w="med" type="none"/>
            <a:tailEnd len="med" w="med" type="oval"/>
          </a:ln>
        </p:spPr>
      </p:cxnSp>
      <p:cxnSp>
        <p:nvCxnSpPr>
          <p:cNvPr id="97" name="Google Shape;97;p11"/>
          <p:cNvCxnSpPr/>
          <p:nvPr/>
        </p:nvCxnSpPr>
        <p:spPr>
          <a:xfrm rot="10800000">
            <a:off x="4776000" y="2297251"/>
            <a:ext cx="0" cy="255300"/>
          </a:xfrm>
          <a:prstGeom prst="straightConnector1">
            <a:avLst/>
          </a:prstGeom>
          <a:noFill/>
          <a:ln cap="flat" cmpd="sng" w="9525">
            <a:solidFill>
              <a:srgbClr val="B7B7B7"/>
            </a:solidFill>
            <a:prstDash val="solid"/>
            <a:round/>
            <a:headEnd len="med" w="med" type="none"/>
            <a:tailEnd len="med" w="med" type="oval"/>
          </a:ln>
        </p:spPr>
      </p:cxnSp>
      <p:cxnSp>
        <p:nvCxnSpPr>
          <p:cNvPr id="98" name="Google Shape;98;p11"/>
          <p:cNvCxnSpPr/>
          <p:nvPr/>
        </p:nvCxnSpPr>
        <p:spPr>
          <a:xfrm rot="10800000">
            <a:off x="7391400" y="2297251"/>
            <a:ext cx="0" cy="255300"/>
          </a:xfrm>
          <a:prstGeom prst="straightConnector1">
            <a:avLst/>
          </a:prstGeom>
          <a:noFill/>
          <a:ln cap="flat" cmpd="sng" w="9525">
            <a:solidFill>
              <a:srgbClr val="B7B7B7"/>
            </a:solidFill>
            <a:prstDash val="solid"/>
            <a:round/>
            <a:headEnd len="med" w="med" type="none"/>
            <a:tailEnd len="med" w="med" type="oval"/>
          </a:ln>
        </p:spPr>
      </p:cxnSp>
      <p:sp>
        <p:nvSpPr>
          <p:cNvPr id="99" name="Google Shape;99;p11"/>
          <p:cNvSpPr/>
          <p:nvPr/>
        </p:nvSpPr>
        <p:spPr>
          <a:xfrm>
            <a:off x="633375" y="2467925"/>
            <a:ext cx="1349100" cy="384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100" name="Google Shape;100;p11"/>
          <p:cNvSpPr/>
          <p:nvPr/>
        </p:nvSpPr>
        <p:spPr>
          <a:xfrm>
            <a:off x="1951889" y="2467925"/>
            <a:ext cx="1349100" cy="384900"/>
          </a:xfrm>
          <a:prstGeom prst="rect">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101" name="Google Shape;101;p11"/>
          <p:cNvSpPr/>
          <p:nvPr/>
        </p:nvSpPr>
        <p:spPr>
          <a:xfrm>
            <a:off x="3270403" y="2467925"/>
            <a:ext cx="1349100" cy="3849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102" name="Google Shape;102;p11"/>
          <p:cNvSpPr/>
          <p:nvPr/>
        </p:nvSpPr>
        <p:spPr>
          <a:xfrm>
            <a:off x="4588917" y="2467925"/>
            <a:ext cx="1349100" cy="3849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103" name="Google Shape;103;p11"/>
          <p:cNvSpPr/>
          <p:nvPr/>
        </p:nvSpPr>
        <p:spPr>
          <a:xfrm>
            <a:off x="5907431" y="2467925"/>
            <a:ext cx="1349100" cy="3849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104" name="Google Shape;104;p11"/>
          <p:cNvSpPr/>
          <p:nvPr/>
        </p:nvSpPr>
        <p:spPr>
          <a:xfrm>
            <a:off x="7225945" y="2467925"/>
            <a:ext cx="1349100" cy="384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Pro"/>
              <a:ea typeface="Source Sans Pro"/>
              <a:cs typeface="Source Sans Pro"/>
              <a:sym typeface="Source Sans Pro"/>
            </a:endParaRPr>
          </a:p>
        </p:txBody>
      </p:sp>
      <p:sp>
        <p:nvSpPr>
          <p:cNvPr id="105" name="Google Shape;105;p11"/>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3600"/>
              <a:buNone/>
              <a:defRPr sz="3600"/>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06" name="Google Shape;106;p11"/>
          <p:cNvSpPr txBox="1"/>
          <p:nvPr>
            <p:ph idx="2" type="subTitle"/>
          </p:nvPr>
        </p:nvSpPr>
        <p:spPr>
          <a:xfrm>
            <a:off x="2097875" y="1110075"/>
            <a:ext cx="1087800" cy="10503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000"/>
              <a:buNone/>
              <a:defRPr sz="1000"/>
            </a:lvl1pPr>
            <a:lvl2pPr lvl="1">
              <a:spcBef>
                <a:spcPts val="1600"/>
              </a:spcBef>
              <a:spcAft>
                <a:spcPts val="0"/>
              </a:spcAft>
              <a:buSzPts val="1800"/>
              <a:buNone/>
              <a:defRPr/>
            </a:lvl2pPr>
            <a:lvl3pPr lvl="2">
              <a:spcBef>
                <a:spcPts val="1600"/>
              </a:spcBef>
              <a:spcAft>
                <a:spcPts val="0"/>
              </a:spcAft>
              <a:buSzPts val="1600"/>
              <a:buNone/>
              <a:defRPr/>
            </a:lvl3pPr>
            <a:lvl4pPr lvl="3">
              <a:spcBef>
                <a:spcPts val="1600"/>
              </a:spcBef>
              <a:spcAft>
                <a:spcPts val="0"/>
              </a:spcAft>
              <a:buSzPts val="1300"/>
              <a:buNone/>
              <a:defRPr/>
            </a:lvl4pPr>
            <a:lvl5pPr lvl="4">
              <a:spcBef>
                <a:spcPts val="1600"/>
              </a:spcBef>
              <a:spcAft>
                <a:spcPts val="0"/>
              </a:spcAft>
              <a:buSzPts val="1000"/>
              <a:buNone/>
              <a:defRPr/>
            </a:lvl5pPr>
            <a:lvl6pPr lvl="5">
              <a:spcBef>
                <a:spcPts val="1600"/>
              </a:spcBef>
              <a:spcAft>
                <a:spcPts val="0"/>
              </a:spcAft>
              <a:buSzPts val="800"/>
              <a:buNone/>
              <a:defRPr/>
            </a:lvl6pPr>
            <a:lvl7pPr lvl="6">
              <a:spcBef>
                <a:spcPts val="1600"/>
              </a:spcBef>
              <a:spcAft>
                <a:spcPts val="0"/>
              </a:spcAft>
              <a:buSzPts val="800"/>
              <a:buNone/>
              <a:defRPr/>
            </a:lvl7pPr>
            <a:lvl8pPr lvl="7">
              <a:spcBef>
                <a:spcPts val="1600"/>
              </a:spcBef>
              <a:spcAft>
                <a:spcPts val="0"/>
              </a:spcAft>
              <a:buSzPts val="800"/>
              <a:buNone/>
              <a:defRPr/>
            </a:lvl8pPr>
            <a:lvl9pPr lvl="8">
              <a:spcBef>
                <a:spcPts val="1600"/>
              </a:spcBef>
              <a:spcAft>
                <a:spcPts val="1600"/>
              </a:spcAft>
              <a:buSzPts val="800"/>
              <a:buNone/>
              <a:defRPr/>
            </a:lvl9pPr>
          </a:lstStyle>
          <a:p/>
        </p:txBody>
      </p:sp>
      <p:sp>
        <p:nvSpPr>
          <p:cNvPr id="107" name="Google Shape;107;p11"/>
          <p:cNvSpPr txBox="1"/>
          <p:nvPr>
            <p:ph idx="3" type="subTitle"/>
          </p:nvPr>
        </p:nvSpPr>
        <p:spPr>
          <a:xfrm>
            <a:off x="4724700" y="1110075"/>
            <a:ext cx="1087800" cy="1050300"/>
          </a:xfrm>
          <a:prstGeom prst="rect">
            <a:avLst/>
          </a:prstGeom>
        </p:spPr>
        <p:txBody>
          <a:bodyPr anchorCtr="0" anchor="b" bIns="0" lIns="0" spcFirstLastPara="1" rIns="0" wrap="square" tIns="0">
            <a:noAutofit/>
          </a:bodyPr>
          <a:lstStyle>
            <a:lvl1pPr lvl="0" rtl="0">
              <a:lnSpc>
                <a:spcPct val="80000"/>
              </a:lnSpc>
              <a:spcBef>
                <a:spcPts val="0"/>
              </a:spcBef>
              <a:spcAft>
                <a:spcPts val="0"/>
              </a:spcAft>
              <a:buSzPts val="1000"/>
              <a:buNone/>
              <a:defRPr sz="1000"/>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108" name="Google Shape;108;p11"/>
          <p:cNvSpPr txBox="1"/>
          <p:nvPr>
            <p:ph idx="4" type="subTitle"/>
          </p:nvPr>
        </p:nvSpPr>
        <p:spPr>
          <a:xfrm>
            <a:off x="7351525" y="1110075"/>
            <a:ext cx="1087800" cy="1050300"/>
          </a:xfrm>
          <a:prstGeom prst="rect">
            <a:avLst/>
          </a:prstGeom>
        </p:spPr>
        <p:txBody>
          <a:bodyPr anchorCtr="0" anchor="b" bIns="0" lIns="0" spcFirstLastPara="1" rIns="0" wrap="square" tIns="0">
            <a:noAutofit/>
          </a:bodyPr>
          <a:lstStyle>
            <a:lvl1pPr lvl="0" rtl="0">
              <a:lnSpc>
                <a:spcPct val="80000"/>
              </a:lnSpc>
              <a:spcBef>
                <a:spcPts val="0"/>
              </a:spcBef>
              <a:spcAft>
                <a:spcPts val="0"/>
              </a:spcAft>
              <a:buSzPts val="1000"/>
              <a:buNone/>
              <a:defRPr sz="1000"/>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109" name="Google Shape;109;p11"/>
          <p:cNvSpPr txBox="1"/>
          <p:nvPr>
            <p:ph idx="5" type="subTitle"/>
          </p:nvPr>
        </p:nvSpPr>
        <p:spPr>
          <a:xfrm>
            <a:off x="805725" y="3117125"/>
            <a:ext cx="1087800" cy="10503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1000"/>
              <a:buNone/>
              <a:defRPr sz="1000"/>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110" name="Google Shape;110;p11"/>
          <p:cNvSpPr txBox="1"/>
          <p:nvPr>
            <p:ph idx="6" type="subTitle"/>
          </p:nvPr>
        </p:nvSpPr>
        <p:spPr>
          <a:xfrm>
            <a:off x="3432550" y="3117125"/>
            <a:ext cx="1087800" cy="10503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1000"/>
              <a:buNone/>
              <a:defRPr sz="1000"/>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
        <p:nvSpPr>
          <p:cNvPr id="111" name="Google Shape;111;p11"/>
          <p:cNvSpPr txBox="1"/>
          <p:nvPr>
            <p:ph idx="7" type="subTitle"/>
          </p:nvPr>
        </p:nvSpPr>
        <p:spPr>
          <a:xfrm>
            <a:off x="6059375" y="3117125"/>
            <a:ext cx="1087800" cy="10503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1000"/>
              <a:buNone/>
              <a:defRPr sz="1000"/>
            </a:lvl1pPr>
            <a:lvl2pPr lvl="1" rtl="0">
              <a:spcBef>
                <a:spcPts val="1600"/>
              </a:spcBef>
              <a:spcAft>
                <a:spcPts val="0"/>
              </a:spcAft>
              <a:buSzPts val="1800"/>
              <a:buNone/>
              <a:defRPr/>
            </a:lvl2pPr>
            <a:lvl3pPr lvl="2" rtl="0">
              <a:spcBef>
                <a:spcPts val="1600"/>
              </a:spcBef>
              <a:spcAft>
                <a:spcPts val="0"/>
              </a:spcAft>
              <a:buSzPts val="1600"/>
              <a:buNone/>
              <a:defRPr/>
            </a:lvl3pPr>
            <a:lvl4pPr lvl="3" rtl="0">
              <a:spcBef>
                <a:spcPts val="1600"/>
              </a:spcBef>
              <a:spcAft>
                <a:spcPts val="0"/>
              </a:spcAft>
              <a:buSzPts val="1300"/>
              <a:buNone/>
              <a:defRPr/>
            </a:lvl4pPr>
            <a:lvl5pPr lvl="4" rtl="0">
              <a:spcBef>
                <a:spcPts val="1600"/>
              </a:spcBef>
              <a:spcAft>
                <a:spcPts val="0"/>
              </a:spcAft>
              <a:buSzPts val="1000"/>
              <a:buNone/>
              <a:defRPr/>
            </a:lvl5pPr>
            <a:lvl6pPr lvl="5" rtl="0">
              <a:spcBef>
                <a:spcPts val="1600"/>
              </a:spcBef>
              <a:spcAft>
                <a:spcPts val="0"/>
              </a:spcAft>
              <a:buSzPts val="800"/>
              <a:buNone/>
              <a:defRPr/>
            </a:lvl6pPr>
            <a:lvl7pPr lvl="6" rtl="0">
              <a:spcBef>
                <a:spcPts val="1600"/>
              </a:spcBef>
              <a:spcAft>
                <a:spcPts val="0"/>
              </a:spcAft>
              <a:buSzPts val="800"/>
              <a:buNone/>
              <a:defRPr/>
            </a:lvl7pPr>
            <a:lvl8pPr lvl="7" rtl="0">
              <a:spcBef>
                <a:spcPts val="1600"/>
              </a:spcBef>
              <a:spcAft>
                <a:spcPts val="0"/>
              </a:spcAft>
              <a:buSzPts val="800"/>
              <a:buNone/>
              <a:defRPr/>
            </a:lvl8pPr>
            <a:lvl9pPr lvl="8" rtl="0">
              <a:spcBef>
                <a:spcPts val="1600"/>
              </a:spcBef>
              <a:spcAft>
                <a:spcPts val="1600"/>
              </a:spcAft>
              <a:buSzPts val="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s with left rule">
  <p:cSld name="TITLE_4_1_1_2_1_1">
    <p:spTree>
      <p:nvGrpSpPr>
        <p:cNvPr id="112" name="Shape 112"/>
        <p:cNvGrpSpPr/>
        <p:nvPr/>
      </p:nvGrpSpPr>
      <p:grpSpPr>
        <a:xfrm>
          <a:off x="0" y="0"/>
          <a:ext cx="0" cy="0"/>
          <a:chOff x="0" y="0"/>
          <a:chExt cx="0" cy="0"/>
        </a:xfrm>
      </p:grpSpPr>
      <p:pic>
        <p:nvPicPr>
          <p:cNvPr id="113" name="Google Shape;113;p12"/>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114" name="Google Shape;114;p12"/>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sp>
        <p:nvSpPr>
          <p:cNvPr id="115" name="Google Shape;115;p12"/>
          <p:cNvSpPr txBox="1"/>
          <p:nvPr>
            <p:ph idx="1"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rtl="0" algn="l">
              <a:lnSpc>
                <a:spcPct val="115000"/>
              </a:lnSpc>
              <a:spcBef>
                <a:spcPts val="0"/>
              </a:spcBef>
              <a:spcAft>
                <a:spcPts val="0"/>
              </a:spcAft>
              <a:buClr>
                <a:schemeClr val="dk1"/>
              </a:buClr>
              <a:buSzPts val="1200"/>
              <a:buNone/>
              <a:defRPr sz="1200">
                <a:solidFill>
                  <a:schemeClr val="dk1"/>
                </a:solidFill>
              </a:defRPr>
            </a:lvl1pPr>
            <a:lvl2pPr lvl="1" rtl="0" algn="l">
              <a:lnSpc>
                <a:spcPct val="115000"/>
              </a:lnSpc>
              <a:spcBef>
                <a:spcPts val="1600"/>
              </a:spcBef>
              <a:spcAft>
                <a:spcPts val="0"/>
              </a:spcAft>
              <a:buClr>
                <a:schemeClr val="dk1"/>
              </a:buClr>
              <a:buSzPts val="1800"/>
              <a:buNone/>
              <a:defRPr>
                <a:solidFill>
                  <a:schemeClr val="dk1"/>
                </a:solidFill>
              </a:defRPr>
            </a:lvl2pPr>
            <a:lvl3pPr lvl="2" rtl="0" algn="l">
              <a:lnSpc>
                <a:spcPct val="115000"/>
              </a:lnSpc>
              <a:spcBef>
                <a:spcPts val="1600"/>
              </a:spcBef>
              <a:spcAft>
                <a:spcPts val="0"/>
              </a:spcAft>
              <a:buClr>
                <a:schemeClr val="dk1"/>
              </a:buClr>
              <a:buSzPts val="1600"/>
              <a:buNone/>
              <a:defRPr>
                <a:solidFill>
                  <a:schemeClr val="dk1"/>
                </a:solidFill>
              </a:defRPr>
            </a:lvl3pPr>
            <a:lvl4pPr lvl="3" rtl="0" algn="l">
              <a:lnSpc>
                <a:spcPct val="115000"/>
              </a:lnSpc>
              <a:spcBef>
                <a:spcPts val="1600"/>
              </a:spcBef>
              <a:spcAft>
                <a:spcPts val="0"/>
              </a:spcAft>
              <a:buClr>
                <a:schemeClr val="dk1"/>
              </a:buClr>
              <a:buSzPts val="1300"/>
              <a:buNone/>
              <a:defRPr>
                <a:solidFill>
                  <a:schemeClr val="dk1"/>
                </a:solidFill>
              </a:defRPr>
            </a:lvl4pPr>
            <a:lvl5pPr lvl="4" rtl="0" algn="l">
              <a:lnSpc>
                <a:spcPct val="115000"/>
              </a:lnSpc>
              <a:spcBef>
                <a:spcPts val="1600"/>
              </a:spcBef>
              <a:spcAft>
                <a:spcPts val="0"/>
              </a:spcAft>
              <a:buClr>
                <a:schemeClr val="dk1"/>
              </a:buClr>
              <a:buSzPts val="1000"/>
              <a:buNone/>
              <a:defRPr>
                <a:solidFill>
                  <a:schemeClr val="dk1"/>
                </a:solidFill>
              </a:defRPr>
            </a:lvl5pPr>
            <a:lvl6pPr lvl="5" rtl="0" algn="l">
              <a:lnSpc>
                <a:spcPct val="115000"/>
              </a:lnSpc>
              <a:spcBef>
                <a:spcPts val="1600"/>
              </a:spcBef>
              <a:spcAft>
                <a:spcPts val="0"/>
              </a:spcAft>
              <a:buClr>
                <a:schemeClr val="dk1"/>
              </a:buClr>
              <a:buSzPts val="800"/>
              <a:buNone/>
              <a:defRPr>
                <a:solidFill>
                  <a:schemeClr val="dk1"/>
                </a:solidFill>
              </a:defRPr>
            </a:lvl6pPr>
            <a:lvl7pPr lvl="6" rtl="0" algn="l">
              <a:lnSpc>
                <a:spcPct val="115000"/>
              </a:lnSpc>
              <a:spcBef>
                <a:spcPts val="1600"/>
              </a:spcBef>
              <a:spcAft>
                <a:spcPts val="0"/>
              </a:spcAft>
              <a:buClr>
                <a:schemeClr val="dk1"/>
              </a:buClr>
              <a:buSzPts val="800"/>
              <a:buNone/>
              <a:defRPr>
                <a:solidFill>
                  <a:schemeClr val="dk1"/>
                </a:solidFill>
              </a:defRPr>
            </a:lvl7pPr>
            <a:lvl8pPr lvl="7" rtl="0" algn="l">
              <a:lnSpc>
                <a:spcPct val="115000"/>
              </a:lnSpc>
              <a:spcBef>
                <a:spcPts val="1600"/>
              </a:spcBef>
              <a:spcAft>
                <a:spcPts val="0"/>
              </a:spcAft>
              <a:buClr>
                <a:schemeClr val="dk1"/>
              </a:buClr>
              <a:buSzPts val="800"/>
              <a:buNone/>
              <a:defRPr>
                <a:solidFill>
                  <a:schemeClr val="dk1"/>
                </a:solidFill>
              </a:defRPr>
            </a:lvl8pPr>
            <a:lvl9pPr lvl="8" rtl="0" algn="l">
              <a:lnSpc>
                <a:spcPct val="115000"/>
              </a:lnSpc>
              <a:spcBef>
                <a:spcPts val="1600"/>
              </a:spcBef>
              <a:spcAft>
                <a:spcPts val="1600"/>
              </a:spcAft>
              <a:buClr>
                <a:schemeClr val="dk1"/>
              </a:buClr>
              <a:buSzPts val="800"/>
              <a:buNone/>
              <a:defRPr>
                <a:solidFill>
                  <a:schemeClr val="dk1"/>
                </a:solidFill>
              </a:defRPr>
            </a:lvl9pPr>
          </a:lstStyle>
          <a:p/>
        </p:txBody>
      </p:sp>
      <p:pic>
        <p:nvPicPr>
          <p:cNvPr id="116" name="Google Shape;116;p12"/>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117" name="Google Shape;117;p12"/>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118" name="Google Shape;118;p12"/>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
        <p:nvSpPr>
          <p:cNvPr id="119" name="Google Shape;119;p12"/>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3600"/>
              <a:buNone/>
              <a:defRPr sz="3600"/>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cxnSp>
        <p:nvCxnSpPr>
          <p:cNvPr id="120" name="Google Shape;120;p12"/>
          <p:cNvCxnSpPr/>
          <p:nvPr/>
        </p:nvCxnSpPr>
        <p:spPr>
          <a:xfrm>
            <a:off x="529825" y="1206450"/>
            <a:ext cx="0" cy="2722200"/>
          </a:xfrm>
          <a:prstGeom prst="straightConnector1">
            <a:avLst/>
          </a:prstGeom>
          <a:noFill/>
          <a:ln cap="flat" cmpd="sng" w="9525">
            <a:solidFill>
              <a:schemeClr val="dk2"/>
            </a:solidFill>
            <a:prstDash val="solid"/>
            <a:round/>
            <a:headEnd len="med" w="med" type="none"/>
            <a:tailEnd len="med" w="med" type="none"/>
          </a:ln>
        </p:spPr>
      </p:cxnSp>
      <p:cxnSp>
        <p:nvCxnSpPr>
          <p:cNvPr id="121" name="Google Shape;121;p12"/>
          <p:cNvCxnSpPr/>
          <p:nvPr/>
        </p:nvCxnSpPr>
        <p:spPr>
          <a:xfrm>
            <a:off x="3362650" y="1206450"/>
            <a:ext cx="0" cy="2722200"/>
          </a:xfrm>
          <a:prstGeom prst="straightConnector1">
            <a:avLst/>
          </a:prstGeom>
          <a:noFill/>
          <a:ln cap="flat" cmpd="sng" w="9525">
            <a:solidFill>
              <a:schemeClr val="dk2"/>
            </a:solidFill>
            <a:prstDash val="solid"/>
            <a:round/>
            <a:headEnd len="med" w="med" type="none"/>
            <a:tailEnd len="med" w="med" type="none"/>
          </a:ln>
        </p:spPr>
      </p:cxnSp>
      <p:cxnSp>
        <p:nvCxnSpPr>
          <p:cNvPr id="122" name="Google Shape;122;p12"/>
          <p:cNvCxnSpPr/>
          <p:nvPr/>
        </p:nvCxnSpPr>
        <p:spPr>
          <a:xfrm>
            <a:off x="6195475" y="1206450"/>
            <a:ext cx="0" cy="2722200"/>
          </a:xfrm>
          <a:prstGeom prst="straightConnector1">
            <a:avLst/>
          </a:prstGeom>
          <a:noFill/>
          <a:ln cap="flat" cmpd="sng" w="9525">
            <a:solidFill>
              <a:schemeClr val="dk2"/>
            </a:solidFill>
            <a:prstDash val="solid"/>
            <a:round/>
            <a:headEnd len="med" w="med" type="none"/>
            <a:tailEnd len="med" w="med" type="none"/>
          </a:ln>
        </p:spPr>
      </p:cxnSp>
      <p:sp>
        <p:nvSpPr>
          <p:cNvPr id="123" name="Google Shape;123;p12"/>
          <p:cNvSpPr txBox="1"/>
          <p:nvPr/>
        </p:nvSpPr>
        <p:spPr>
          <a:xfrm>
            <a:off x="714875" y="1663450"/>
            <a:ext cx="2424300" cy="226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a:solidFill>
                <a:srgbClr val="FFFFFF"/>
              </a:solidFill>
            </a:endParaRPr>
          </a:p>
        </p:txBody>
      </p:sp>
      <p:sp>
        <p:nvSpPr>
          <p:cNvPr id="124" name="Google Shape;124;p12"/>
          <p:cNvSpPr txBox="1"/>
          <p:nvPr>
            <p:ph idx="2" type="subTitle"/>
          </p:nvPr>
        </p:nvSpPr>
        <p:spPr>
          <a:xfrm>
            <a:off x="688825" y="1134050"/>
            <a:ext cx="2511900" cy="414600"/>
          </a:xfrm>
          <a:prstGeom prst="rect">
            <a:avLst/>
          </a:prstGeom>
        </p:spPr>
        <p:txBody>
          <a:bodyPr anchorCtr="0" anchor="t" bIns="0" lIns="0" spcFirstLastPara="1" rIns="0" wrap="square" tIns="0">
            <a:noAutofit/>
          </a:bodyPr>
          <a:lstStyle>
            <a:lvl1pPr lvl="0">
              <a:spcBef>
                <a:spcPts val="0"/>
              </a:spcBef>
              <a:spcAft>
                <a:spcPts val="0"/>
              </a:spcAft>
              <a:buSzPts val="2400"/>
              <a:buFont typeface="Source Sans Pro"/>
              <a:buNone/>
              <a:defRPr>
                <a:latin typeface="Source Sans Pro"/>
                <a:ea typeface="Source Sans Pro"/>
                <a:cs typeface="Source Sans Pro"/>
                <a:sym typeface="Source Sans Pro"/>
              </a:defRPr>
            </a:lvl1pPr>
            <a:lvl2pPr lvl="1">
              <a:spcBef>
                <a:spcPts val="1600"/>
              </a:spcBef>
              <a:spcAft>
                <a:spcPts val="0"/>
              </a:spcAft>
              <a:buSzPts val="2400"/>
              <a:buFont typeface="Source Sans Pro"/>
              <a:buNone/>
              <a:defRPr sz="2400">
                <a:latin typeface="Source Sans Pro"/>
                <a:ea typeface="Source Sans Pro"/>
                <a:cs typeface="Source Sans Pro"/>
                <a:sym typeface="Source Sans Pro"/>
              </a:defRPr>
            </a:lvl2pPr>
            <a:lvl3pPr lvl="2">
              <a:spcBef>
                <a:spcPts val="1600"/>
              </a:spcBef>
              <a:spcAft>
                <a:spcPts val="0"/>
              </a:spcAft>
              <a:buSzPts val="2400"/>
              <a:buFont typeface="Source Sans Pro"/>
              <a:buNone/>
              <a:defRPr sz="2400">
                <a:latin typeface="Source Sans Pro"/>
                <a:ea typeface="Source Sans Pro"/>
                <a:cs typeface="Source Sans Pro"/>
                <a:sym typeface="Source Sans Pro"/>
              </a:defRPr>
            </a:lvl3pPr>
            <a:lvl4pPr lvl="3">
              <a:spcBef>
                <a:spcPts val="1600"/>
              </a:spcBef>
              <a:spcAft>
                <a:spcPts val="0"/>
              </a:spcAft>
              <a:buSzPts val="2400"/>
              <a:buFont typeface="Source Sans Pro"/>
              <a:buNone/>
              <a:defRPr sz="2400">
                <a:latin typeface="Source Sans Pro"/>
                <a:ea typeface="Source Sans Pro"/>
                <a:cs typeface="Source Sans Pro"/>
                <a:sym typeface="Source Sans Pro"/>
              </a:defRPr>
            </a:lvl4pPr>
            <a:lvl5pPr lvl="4">
              <a:spcBef>
                <a:spcPts val="1600"/>
              </a:spcBef>
              <a:spcAft>
                <a:spcPts val="0"/>
              </a:spcAft>
              <a:buSzPts val="2400"/>
              <a:buFont typeface="Source Sans Pro"/>
              <a:buNone/>
              <a:defRPr sz="2400">
                <a:latin typeface="Source Sans Pro"/>
                <a:ea typeface="Source Sans Pro"/>
                <a:cs typeface="Source Sans Pro"/>
                <a:sym typeface="Source Sans Pro"/>
              </a:defRPr>
            </a:lvl5pPr>
            <a:lvl6pPr lvl="5">
              <a:spcBef>
                <a:spcPts val="1600"/>
              </a:spcBef>
              <a:spcAft>
                <a:spcPts val="0"/>
              </a:spcAft>
              <a:buSzPts val="2400"/>
              <a:buFont typeface="Source Sans Pro"/>
              <a:buNone/>
              <a:defRPr sz="2400">
                <a:latin typeface="Source Sans Pro"/>
                <a:ea typeface="Source Sans Pro"/>
                <a:cs typeface="Source Sans Pro"/>
                <a:sym typeface="Source Sans Pro"/>
              </a:defRPr>
            </a:lvl6pPr>
            <a:lvl7pPr lvl="6">
              <a:spcBef>
                <a:spcPts val="1600"/>
              </a:spcBef>
              <a:spcAft>
                <a:spcPts val="0"/>
              </a:spcAft>
              <a:buSzPts val="2400"/>
              <a:buFont typeface="Source Sans Pro"/>
              <a:buNone/>
              <a:defRPr sz="2400">
                <a:latin typeface="Source Sans Pro"/>
                <a:ea typeface="Source Sans Pro"/>
                <a:cs typeface="Source Sans Pro"/>
                <a:sym typeface="Source Sans Pro"/>
              </a:defRPr>
            </a:lvl7pPr>
            <a:lvl8pPr lvl="7">
              <a:spcBef>
                <a:spcPts val="1600"/>
              </a:spcBef>
              <a:spcAft>
                <a:spcPts val="0"/>
              </a:spcAft>
              <a:buSzPts val="2400"/>
              <a:buFont typeface="Source Sans Pro"/>
              <a:buNone/>
              <a:defRPr sz="2400">
                <a:latin typeface="Source Sans Pro"/>
                <a:ea typeface="Source Sans Pro"/>
                <a:cs typeface="Source Sans Pro"/>
                <a:sym typeface="Source Sans Pro"/>
              </a:defRPr>
            </a:lvl8pPr>
            <a:lvl9pPr lvl="8">
              <a:spcBef>
                <a:spcPts val="1600"/>
              </a:spcBef>
              <a:spcAft>
                <a:spcPts val="1600"/>
              </a:spcAft>
              <a:buSzPts val="2400"/>
              <a:buFont typeface="Source Sans Pro"/>
              <a:buNone/>
              <a:defRPr sz="2400">
                <a:latin typeface="Source Sans Pro"/>
                <a:ea typeface="Source Sans Pro"/>
                <a:cs typeface="Source Sans Pro"/>
                <a:sym typeface="Source Sans Pro"/>
              </a:defRPr>
            </a:lvl9pPr>
          </a:lstStyle>
          <a:p/>
        </p:txBody>
      </p:sp>
      <p:sp>
        <p:nvSpPr>
          <p:cNvPr id="125" name="Google Shape;125;p12"/>
          <p:cNvSpPr txBox="1"/>
          <p:nvPr>
            <p:ph idx="3" type="body"/>
          </p:nvPr>
        </p:nvSpPr>
        <p:spPr>
          <a:xfrm>
            <a:off x="688825" y="1671075"/>
            <a:ext cx="2511900" cy="2265300"/>
          </a:xfrm>
          <a:prstGeom prst="rect">
            <a:avLst/>
          </a:prstGeom>
        </p:spPr>
        <p:txBody>
          <a:bodyPr anchorCtr="0" anchor="t" bIns="0" lIns="0" spcFirstLastPara="1" rIns="0" wrap="square" tIns="0">
            <a:noAutofit/>
          </a:bodyPr>
          <a:lstStyle>
            <a:lvl1pPr indent="-317500" lvl="0" marL="457200">
              <a:lnSpc>
                <a:spcPct val="100000"/>
              </a:lnSpc>
              <a:spcBef>
                <a:spcPts val="0"/>
              </a:spcBef>
              <a:spcAft>
                <a:spcPts val="0"/>
              </a:spcAft>
              <a:buSzPts val="1400"/>
              <a:buChar char="●"/>
              <a:defRPr sz="1400"/>
            </a:lvl1pPr>
            <a:lvl2pPr indent="-317500" lvl="1" marL="914400">
              <a:lnSpc>
                <a:spcPct val="100000"/>
              </a:lnSpc>
              <a:spcBef>
                <a:spcPts val="1600"/>
              </a:spcBef>
              <a:spcAft>
                <a:spcPts val="0"/>
              </a:spcAft>
              <a:buSzPts val="1400"/>
              <a:buChar char="○"/>
              <a:defRPr sz="1400"/>
            </a:lvl2pPr>
            <a:lvl3pPr indent="-317500" lvl="2" marL="1371600">
              <a:lnSpc>
                <a:spcPct val="100000"/>
              </a:lnSpc>
              <a:spcBef>
                <a:spcPts val="1600"/>
              </a:spcBef>
              <a:spcAft>
                <a:spcPts val="0"/>
              </a:spcAft>
              <a:buSzPts val="1400"/>
              <a:buChar char="■"/>
              <a:defRPr sz="1400"/>
            </a:lvl3pPr>
            <a:lvl4pPr indent="-317500" lvl="3" marL="1828800">
              <a:lnSpc>
                <a:spcPct val="100000"/>
              </a:lnSpc>
              <a:spcBef>
                <a:spcPts val="1600"/>
              </a:spcBef>
              <a:spcAft>
                <a:spcPts val="0"/>
              </a:spcAft>
              <a:buSzPts val="1400"/>
              <a:buChar char="●"/>
              <a:defRPr sz="1400"/>
            </a:lvl4pPr>
            <a:lvl5pPr indent="-317500" lvl="4" marL="2286000">
              <a:lnSpc>
                <a:spcPct val="100000"/>
              </a:lnSpc>
              <a:spcBef>
                <a:spcPts val="1600"/>
              </a:spcBef>
              <a:spcAft>
                <a:spcPts val="0"/>
              </a:spcAft>
              <a:buSzPts val="1400"/>
              <a:buChar char="○"/>
              <a:defRPr sz="1400"/>
            </a:lvl5pPr>
            <a:lvl6pPr indent="-317500" lvl="5" marL="2743200">
              <a:lnSpc>
                <a:spcPct val="100000"/>
              </a:lnSpc>
              <a:spcBef>
                <a:spcPts val="1600"/>
              </a:spcBef>
              <a:spcAft>
                <a:spcPts val="0"/>
              </a:spcAft>
              <a:buSzPts val="1400"/>
              <a:buChar char="■"/>
              <a:defRPr sz="1400"/>
            </a:lvl6pPr>
            <a:lvl7pPr indent="-317500" lvl="6" marL="3200400">
              <a:lnSpc>
                <a:spcPct val="100000"/>
              </a:lnSpc>
              <a:spcBef>
                <a:spcPts val="1600"/>
              </a:spcBef>
              <a:spcAft>
                <a:spcPts val="0"/>
              </a:spcAft>
              <a:buSzPts val="1400"/>
              <a:buChar char="●"/>
              <a:defRPr sz="1400"/>
            </a:lvl7pPr>
            <a:lvl8pPr indent="-317500" lvl="7" marL="3657600">
              <a:lnSpc>
                <a:spcPct val="100000"/>
              </a:lnSpc>
              <a:spcBef>
                <a:spcPts val="1600"/>
              </a:spcBef>
              <a:spcAft>
                <a:spcPts val="0"/>
              </a:spcAft>
              <a:buSzPts val="1400"/>
              <a:buChar char="○"/>
              <a:defRPr sz="1400"/>
            </a:lvl8pPr>
            <a:lvl9pPr indent="-317500" lvl="8" marL="4114800">
              <a:lnSpc>
                <a:spcPct val="100000"/>
              </a:lnSpc>
              <a:spcBef>
                <a:spcPts val="1600"/>
              </a:spcBef>
              <a:spcAft>
                <a:spcPts val="1600"/>
              </a:spcAft>
              <a:buSzPts val="1400"/>
              <a:buChar char="■"/>
              <a:defRPr sz="1400"/>
            </a:lvl9pPr>
          </a:lstStyle>
          <a:p/>
        </p:txBody>
      </p:sp>
      <p:sp>
        <p:nvSpPr>
          <p:cNvPr id="126" name="Google Shape;126;p12"/>
          <p:cNvSpPr txBox="1"/>
          <p:nvPr>
            <p:ph idx="4" type="subTitle"/>
          </p:nvPr>
        </p:nvSpPr>
        <p:spPr>
          <a:xfrm>
            <a:off x="3526300" y="1134050"/>
            <a:ext cx="2511900" cy="414600"/>
          </a:xfrm>
          <a:prstGeom prst="rect">
            <a:avLst/>
          </a:prstGeom>
        </p:spPr>
        <p:txBody>
          <a:bodyPr anchorCtr="0" anchor="t" bIns="0" lIns="0" spcFirstLastPara="1" rIns="0" wrap="square" tIns="0">
            <a:noAutofit/>
          </a:bodyPr>
          <a:lstStyle>
            <a:lvl1pPr lvl="0" rtl="0">
              <a:spcBef>
                <a:spcPts val="0"/>
              </a:spcBef>
              <a:spcAft>
                <a:spcPts val="0"/>
              </a:spcAft>
              <a:buSzPts val="2400"/>
              <a:buFont typeface="Source Sans Pro"/>
              <a:buNone/>
              <a:defRPr>
                <a:latin typeface="Source Sans Pro"/>
                <a:ea typeface="Source Sans Pro"/>
                <a:cs typeface="Source Sans Pro"/>
                <a:sym typeface="Source Sans Pro"/>
              </a:defRPr>
            </a:lvl1pPr>
            <a:lvl2pPr lvl="1" rtl="0">
              <a:spcBef>
                <a:spcPts val="1600"/>
              </a:spcBef>
              <a:spcAft>
                <a:spcPts val="0"/>
              </a:spcAft>
              <a:buSzPts val="2400"/>
              <a:buFont typeface="Source Sans Pro"/>
              <a:buNone/>
              <a:defRPr sz="2400">
                <a:latin typeface="Source Sans Pro"/>
                <a:ea typeface="Source Sans Pro"/>
                <a:cs typeface="Source Sans Pro"/>
                <a:sym typeface="Source Sans Pro"/>
              </a:defRPr>
            </a:lvl2pPr>
            <a:lvl3pPr lvl="2" rtl="0">
              <a:spcBef>
                <a:spcPts val="1600"/>
              </a:spcBef>
              <a:spcAft>
                <a:spcPts val="0"/>
              </a:spcAft>
              <a:buSzPts val="2400"/>
              <a:buFont typeface="Source Sans Pro"/>
              <a:buNone/>
              <a:defRPr sz="2400">
                <a:latin typeface="Source Sans Pro"/>
                <a:ea typeface="Source Sans Pro"/>
                <a:cs typeface="Source Sans Pro"/>
                <a:sym typeface="Source Sans Pro"/>
              </a:defRPr>
            </a:lvl3pPr>
            <a:lvl4pPr lvl="3" rtl="0">
              <a:spcBef>
                <a:spcPts val="1600"/>
              </a:spcBef>
              <a:spcAft>
                <a:spcPts val="0"/>
              </a:spcAft>
              <a:buSzPts val="2400"/>
              <a:buFont typeface="Source Sans Pro"/>
              <a:buNone/>
              <a:defRPr sz="2400">
                <a:latin typeface="Source Sans Pro"/>
                <a:ea typeface="Source Sans Pro"/>
                <a:cs typeface="Source Sans Pro"/>
                <a:sym typeface="Source Sans Pro"/>
              </a:defRPr>
            </a:lvl4pPr>
            <a:lvl5pPr lvl="4" rtl="0">
              <a:spcBef>
                <a:spcPts val="1600"/>
              </a:spcBef>
              <a:spcAft>
                <a:spcPts val="0"/>
              </a:spcAft>
              <a:buSzPts val="2400"/>
              <a:buFont typeface="Source Sans Pro"/>
              <a:buNone/>
              <a:defRPr sz="2400">
                <a:latin typeface="Source Sans Pro"/>
                <a:ea typeface="Source Sans Pro"/>
                <a:cs typeface="Source Sans Pro"/>
                <a:sym typeface="Source Sans Pro"/>
              </a:defRPr>
            </a:lvl5pPr>
            <a:lvl6pPr lvl="5" rtl="0">
              <a:spcBef>
                <a:spcPts val="1600"/>
              </a:spcBef>
              <a:spcAft>
                <a:spcPts val="0"/>
              </a:spcAft>
              <a:buSzPts val="2400"/>
              <a:buFont typeface="Source Sans Pro"/>
              <a:buNone/>
              <a:defRPr sz="2400">
                <a:latin typeface="Source Sans Pro"/>
                <a:ea typeface="Source Sans Pro"/>
                <a:cs typeface="Source Sans Pro"/>
                <a:sym typeface="Source Sans Pro"/>
              </a:defRPr>
            </a:lvl6pPr>
            <a:lvl7pPr lvl="6" rtl="0">
              <a:spcBef>
                <a:spcPts val="1600"/>
              </a:spcBef>
              <a:spcAft>
                <a:spcPts val="0"/>
              </a:spcAft>
              <a:buSzPts val="2400"/>
              <a:buFont typeface="Source Sans Pro"/>
              <a:buNone/>
              <a:defRPr sz="2400">
                <a:latin typeface="Source Sans Pro"/>
                <a:ea typeface="Source Sans Pro"/>
                <a:cs typeface="Source Sans Pro"/>
                <a:sym typeface="Source Sans Pro"/>
              </a:defRPr>
            </a:lvl7pPr>
            <a:lvl8pPr lvl="7" rtl="0">
              <a:spcBef>
                <a:spcPts val="1600"/>
              </a:spcBef>
              <a:spcAft>
                <a:spcPts val="0"/>
              </a:spcAft>
              <a:buSzPts val="2400"/>
              <a:buFont typeface="Source Sans Pro"/>
              <a:buNone/>
              <a:defRPr sz="2400">
                <a:latin typeface="Source Sans Pro"/>
                <a:ea typeface="Source Sans Pro"/>
                <a:cs typeface="Source Sans Pro"/>
                <a:sym typeface="Source Sans Pro"/>
              </a:defRPr>
            </a:lvl8pPr>
            <a:lvl9pPr lvl="8" rtl="0">
              <a:spcBef>
                <a:spcPts val="1600"/>
              </a:spcBef>
              <a:spcAft>
                <a:spcPts val="1600"/>
              </a:spcAft>
              <a:buSzPts val="2400"/>
              <a:buFont typeface="Source Sans Pro"/>
              <a:buNone/>
              <a:defRPr sz="2400">
                <a:latin typeface="Source Sans Pro"/>
                <a:ea typeface="Source Sans Pro"/>
                <a:cs typeface="Source Sans Pro"/>
                <a:sym typeface="Source Sans Pro"/>
              </a:defRPr>
            </a:lvl9pPr>
          </a:lstStyle>
          <a:p/>
        </p:txBody>
      </p:sp>
      <p:sp>
        <p:nvSpPr>
          <p:cNvPr id="127" name="Google Shape;127;p12"/>
          <p:cNvSpPr txBox="1"/>
          <p:nvPr>
            <p:ph idx="5" type="body"/>
          </p:nvPr>
        </p:nvSpPr>
        <p:spPr>
          <a:xfrm>
            <a:off x="3526300" y="1671075"/>
            <a:ext cx="2511900" cy="2265300"/>
          </a:xfrm>
          <a:prstGeom prst="rect">
            <a:avLst/>
          </a:prstGeom>
        </p:spPr>
        <p:txBody>
          <a:bodyPr anchorCtr="0" anchor="t" bIns="0" lIns="0" spcFirstLastPara="1" rIns="0" wrap="square" tIns="0">
            <a:noAutofit/>
          </a:bodyPr>
          <a:lstStyle>
            <a:lvl1pPr indent="-317500" lvl="0" marL="457200" rtl="0">
              <a:lnSpc>
                <a:spcPct val="100000"/>
              </a:lnSpc>
              <a:spcBef>
                <a:spcPts val="0"/>
              </a:spcBef>
              <a:spcAft>
                <a:spcPts val="0"/>
              </a:spcAft>
              <a:buSzPts val="1400"/>
              <a:buChar char="●"/>
              <a:defRPr sz="1400"/>
            </a:lvl1pPr>
            <a:lvl2pPr indent="-317500" lvl="1" marL="914400" rtl="0">
              <a:lnSpc>
                <a:spcPct val="100000"/>
              </a:lnSpc>
              <a:spcBef>
                <a:spcPts val="1600"/>
              </a:spcBef>
              <a:spcAft>
                <a:spcPts val="0"/>
              </a:spcAft>
              <a:buSzPts val="1400"/>
              <a:buChar char="○"/>
              <a:defRPr sz="1400"/>
            </a:lvl2pPr>
            <a:lvl3pPr indent="-317500" lvl="2" marL="1371600" rtl="0">
              <a:lnSpc>
                <a:spcPct val="100000"/>
              </a:lnSpc>
              <a:spcBef>
                <a:spcPts val="1600"/>
              </a:spcBef>
              <a:spcAft>
                <a:spcPts val="0"/>
              </a:spcAft>
              <a:buSzPts val="1400"/>
              <a:buChar char="■"/>
              <a:defRPr sz="1400"/>
            </a:lvl3pPr>
            <a:lvl4pPr indent="-317500" lvl="3" marL="1828800" rtl="0">
              <a:lnSpc>
                <a:spcPct val="100000"/>
              </a:lnSpc>
              <a:spcBef>
                <a:spcPts val="1600"/>
              </a:spcBef>
              <a:spcAft>
                <a:spcPts val="0"/>
              </a:spcAft>
              <a:buSzPts val="1400"/>
              <a:buChar char="●"/>
              <a:defRPr sz="1400"/>
            </a:lvl4pPr>
            <a:lvl5pPr indent="-317500" lvl="4" marL="2286000" rtl="0">
              <a:lnSpc>
                <a:spcPct val="100000"/>
              </a:lnSpc>
              <a:spcBef>
                <a:spcPts val="1600"/>
              </a:spcBef>
              <a:spcAft>
                <a:spcPts val="0"/>
              </a:spcAft>
              <a:buSzPts val="1400"/>
              <a:buChar char="○"/>
              <a:defRPr sz="1400"/>
            </a:lvl5pPr>
            <a:lvl6pPr indent="-317500" lvl="5" marL="2743200" rtl="0">
              <a:lnSpc>
                <a:spcPct val="100000"/>
              </a:lnSpc>
              <a:spcBef>
                <a:spcPts val="1600"/>
              </a:spcBef>
              <a:spcAft>
                <a:spcPts val="0"/>
              </a:spcAft>
              <a:buSzPts val="1400"/>
              <a:buChar char="■"/>
              <a:defRPr sz="1400"/>
            </a:lvl6pPr>
            <a:lvl7pPr indent="-317500" lvl="6" marL="3200400" rtl="0">
              <a:lnSpc>
                <a:spcPct val="100000"/>
              </a:lnSpc>
              <a:spcBef>
                <a:spcPts val="1600"/>
              </a:spcBef>
              <a:spcAft>
                <a:spcPts val="0"/>
              </a:spcAft>
              <a:buSzPts val="1400"/>
              <a:buChar char="●"/>
              <a:defRPr sz="1400"/>
            </a:lvl7pPr>
            <a:lvl8pPr indent="-317500" lvl="7" marL="3657600" rtl="0">
              <a:lnSpc>
                <a:spcPct val="100000"/>
              </a:lnSpc>
              <a:spcBef>
                <a:spcPts val="1600"/>
              </a:spcBef>
              <a:spcAft>
                <a:spcPts val="0"/>
              </a:spcAft>
              <a:buSzPts val="1400"/>
              <a:buChar char="○"/>
              <a:defRPr sz="1400"/>
            </a:lvl8pPr>
            <a:lvl9pPr indent="-317500" lvl="8" marL="4114800" rtl="0">
              <a:lnSpc>
                <a:spcPct val="100000"/>
              </a:lnSpc>
              <a:spcBef>
                <a:spcPts val="1600"/>
              </a:spcBef>
              <a:spcAft>
                <a:spcPts val="1600"/>
              </a:spcAft>
              <a:buSzPts val="1400"/>
              <a:buChar char="■"/>
              <a:defRPr sz="1400"/>
            </a:lvl9pPr>
          </a:lstStyle>
          <a:p/>
        </p:txBody>
      </p:sp>
      <p:sp>
        <p:nvSpPr>
          <p:cNvPr id="128" name="Google Shape;128;p12"/>
          <p:cNvSpPr txBox="1"/>
          <p:nvPr>
            <p:ph idx="6" type="subTitle"/>
          </p:nvPr>
        </p:nvSpPr>
        <p:spPr>
          <a:xfrm>
            <a:off x="6363775" y="1134050"/>
            <a:ext cx="2511900" cy="414600"/>
          </a:xfrm>
          <a:prstGeom prst="rect">
            <a:avLst/>
          </a:prstGeom>
        </p:spPr>
        <p:txBody>
          <a:bodyPr anchorCtr="0" anchor="t" bIns="0" lIns="0" spcFirstLastPara="1" rIns="0" wrap="square" tIns="0">
            <a:noAutofit/>
          </a:bodyPr>
          <a:lstStyle>
            <a:lvl1pPr lvl="0" rtl="0">
              <a:spcBef>
                <a:spcPts val="0"/>
              </a:spcBef>
              <a:spcAft>
                <a:spcPts val="0"/>
              </a:spcAft>
              <a:buSzPts val="2400"/>
              <a:buFont typeface="Source Sans Pro"/>
              <a:buNone/>
              <a:defRPr>
                <a:latin typeface="Source Sans Pro"/>
                <a:ea typeface="Source Sans Pro"/>
                <a:cs typeface="Source Sans Pro"/>
                <a:sym typeface="Source Sans Pro"/>
              </a:defRPr>
            </a:lvl1pPr>
            <a:lvl2pPr lvl="1" rtl="0">
              <a:spcBef>
                <a:spcPts val="1600"/>
              </a:spcBef>
              <a:spcAft>
                <a:spcPts val="0"/>
              </a:spcAft>
              <a:buSzPts val="2400"/>
              <a:buFont typeface="Source Sans Pro"/>
              <a:buNone/>
              <a:defRPr sz="2400">
                <a:latin typeface="Source Sans Pro"/>
                <a:ea typeface="Source Sans Pro"/>
                <a:cs typeface="Source Sans Pro"/>
                <a:sym typeface="Source Sans Pro"/>
              </a:defRPr>
            </a:lvl2pPr>
            <a:lvl3pPr lvl="2" rtl="0">
              <a:spcBef>
                <a:spcPts val="1600"/>
              </a:spcBef>
              <a:spcAft>
                <a:spcPts val="0"/>
              </a:spcAft>
              <a:buSzPts val="2400"/>
              <a:buFont typeface="Source Sans Pro"/>
              <a:buNone/>
              <a:defRPr sz="2400">
                <a:latin typeface="Source Sans Pro"/>
                <a:ea typeface="Source Sans Pro"/>
                <a:cs typeface="Source Sans Pro"/>
                <a:sym typeface="Source Sans Pro"/>
              </a:defRPr>
            </a:lvl3pPr>
            <a:lvl4pPr lvl="3" rtl="0">
              <a:spcBef>
                <a:spcPts val="1600"/>
              </a:spcBef>
              <a:spcAft>
                <a:spcPts val="0"/>
              </a:spcAft>
              <a:buSzPts val="2400"/>
              <a:buFont typeface="Source Sans Pro"/>
              <a:buNone/>
              <a:defRPr sz="2400">
                <a:latin typeface="Source Sans Pro"/>
                <a:ea typeface="Source Sans Pro"/>
                <a:cs typeface="Source Sans Pro"/>
                <a:sym typeface="Source Sans Pro"/>
              </a:defRPr>
            </a:lvl4pPr>
            <a:lvl5pPr lvl="4" rtl="0">
              <a:spcBef>
                <a:spcPts val="1600"/>
              </a:spcBef>
              <a:spcAft>
                <a:spcPts val="0"/>
              </a:spcAft>
              <a:buSzPts val="2400"/>
              <a:buFont typeface="Source Sans Pro"/>
              <a:buNone/>
              <a:defRPr sz="2400">
                <a:latin typeface="Source Sans Pro"/>
                <a:ea typeface="Source Sans Pro"/>
                <a:cs typeface="Source Sans Pro"/>
                <a:sym typeface="Source Sans Pro"/>
              </a:defRPr>
            </a:lvl5pPr>
            <a:lvl6pPr lvl="5" rtl="0">
              <a:spcBef>
                <a:spcPts val="1600"/>
              </a:spcBef>
              <a:spcAft>
                <a:spcPts val="0"/>
              </a:spcAft>
              <a:buSzPts val="2400"/>
              <a:buFont typeface="Source Sans Pro"/>
              <a:buNone/>
              <a:defRPr sz="2400">
                <a:latin typeface="Source Sans Pro"/>
                <a:ea typeface="Source Sans Pro"/>
                <a:cs typeface="Source Sans Pro"/>
                <a:sym typeface="Source Sans Pro"/>
              </a:defRPr>
            </a:lvl6pPr>
            <a:lvl7pPr lvl="6" rtl="0">
              <a:spcBef>
                <a:spcPts val="1600"/>
              </a:spcBef>
              <a:spcAft>
                <a:spcPts val="0"/>
              </a:spcAft>
              <a:buSzPts val="2400"/>
              <a:buFont typeface="Source Sans Pro"/>
              <a:buNone/>
              <a:defRPr sz="2400">
                <a:latin typeface="Source Sans Pro"/>
                <a:ea typeface="Source Sans Pro"/>
                <a:cs typeface="Source Sans Pro"/>
                <a:sym typeface="Source Sans Pro"/>
              </a:defRPr>
            </a:lvl7pPr>
            <a:lvl8pPr lvl="7" rtl="0">
              <a:spcBef>
                <a:spcPts val="1600"/>
              </a:spcBef>
              <a:spcAft>
                <a:spcPts val="0"/>
              </a:spcAft>
              <a:buSzPts val="2400"/>
              <a:buFont typeface="Source Sans Pro"/>
              <a:buNone/>
              <a:defRPr sz="2400">
                <a:latin typeface="Source Sans Pro"/>
                <a:ea typeface="Source Sans Pro"/>
                <a:cs typeface="Source Sans Pro"/>
                <a:sym typeface="Source Sans Pro"/>
              </a:defRPr>
            </a:lvl8pPr>
            <a:lvl9pPr lvl="8" rtl="0">
              <a:spcBef>
                <a:spcPts val="1600"/>
              </a:spcBef>
              <a:spcAft>
                <a:spcPts val="1600"/>
              </a:spcAft>
              <a:buSzPts val="2400"/>
              <a:buFont typeface="Source Sans Pro"/>
              <a:buNone/>
              <a:defRPr sz="2400">
                <a:latin typeface="Source Sans Pro"/>
                <a:ea typeface="Source Sans Pro"/>
                <a:cs typeface="Source Sans Pro"/>
                <a:sym typeface="Source Sans Pro"/>
              </a:defRPr>
            </a:lvl9pPr>
          </a:lstStyle>
          <a:p/>
        </p:txBody>
      </p:sp>
      <p:sp>
        <p:nvSpPr>
          <p:cNvPr id="129" name="Google Shape;129;p12"/>
          <p:cNvSpPr txBox="1"/>
          <p:nvPr>
            <p:ph idx="7" type="body"/>
          </p:nvPr>
        </p:nvSpPr>
        <p:spPr>
          <a:xfrm>
            <a:off x="6363775" y="1671075"/>
            <a:ext cx="2511900" cy="2265300"/>
          </a:xfrm>
          <a:prstGeom prst="rect">
            <a:avLst/>
          </a:prstGeom>
        </p:spPr>
        <p:txBody>
          <a:bodyPr anchorCtr="0" anchor="t" bIns="0" lIns="0" spcFirstLastPara="1" rIns="0" wrap="square" tIns="0">
            <a:noAutofit/>
          </a:bodyPr>
          <a:lstStyle>
            <a:lvl1pPr indent="-317500" lvl="0" marL="457200" rtl="0">
              <a:lnSpc>
                <a:spcPct val="100000"/>
              </a:lnSpc>
              <a:spcBef>
                <a:spcPts val="0"/>
              </a:spcBef>
              <a:spcAft>
                <a:spcPts val="0"/>
              </a:spcAft>
              <a:buSzPts val="1400"/>
              <a:buChar char="●"/>
              <a:defRPr sz="1400"/>
            </a:lvl1pPr>
            <a:lvl2pPr indent="-317500" lvl="1" marL="914400" rtl="0">
              <a:lnSpc>
                <a:spcPct val="100000"/>
              </a:lnSpc>
              <a:spcBef>
                <a:spcPts val="1600"/>
              </a:spcBef>
              <a:spcAft>
                <a:spcPts val="0"/>
              </a:spcAft>
              <a:buSzPts val="1400"/>
              <a:buChar char="○"/>
              <a:defRPr sz="1400"/>
            </a:lvl2pPr>
            <a:lvl3pPr indent="-317500" lvl="2" marL="1371600" rtl="0">
              <a:lnSpc>
                <a:spcPct val="100000"/>
              </a:lnSpc>
              <a:spcBef>
                <a:spcPts val="1600"/>
              </a:spcBef>
              <a:spcAft>
                <a:spcPts val="0"/>
              </a:spcAft>
              <a:buSzPts val="1400"/>
              <a:buChar char="■"/>
              <a:defRPr sz="1400"/>
            </a:lvl3pPr>
            <a:lvl4pPr indent="-317500" lvl="3" marL="1828800" rtl="0">
              <a:lnSpc>
                <a:spcPct val="100000"/>
              </a:lnSpc>
              <a:spcBef>
                <a:spcPts val="1600"/>
              </a:spcBef>
              <a:spcAft>
                <a:spcPts val="0"/>
              </a:spcAft>
              <a:buSzPts val="1400"/>
              <a:buChar char="●"/>
              <a:defRPr sz="1400"/>
            </a:lvl4pPr>
            <a:lvl5pPr indent="-317500" lvl="4" marL="2286000" rtl="0">
              <a:lnSpc>
                <a:spcPct val="100000"/>
              </a:lnSpc>
              <a:spcBef>
                <a:spcPts val="1600"/>
              </a:spcBef>
              <a:spcAft>
                <a:spcPts val="0"/>
              </a:spcAft>
              <a:buSzPts val="1400"/>
              <a:buChar char="○"/>
              <a:defRPr sz="1400"/>
            </a:lvl5pPr>
            <a:lvl6pPr indent="-317500" lvl="5" marL="2743200" rtl="0">
              <a:lnSpc>
                <a:spcPct val="100000"/>
              </a:lnSpc>
              <a:spcBef>
                <a:spcPts val="1600"/>
              </a:spcBef>
              <a:spcAft>
                <a:spcPts val="0"/>
              </a:spcAft>
              <a:buSzPts val="1400"/>
              <a:buChar char="■"/>
              <a:defRPr sz="1400"/>
            </a:lvl6pPr>
            <a:lvl7pPr indent="-317500" lvl="6" marL="3200400" rtl="0">
              <a:lnSpc>
                <a:spcPct val="100000"/>
              </a:lnSpc>
              <a:spcBef>
                <a:spcPts val="1600"/>
              </a:spcBef>
              <a:spcAft>
                <a:spcPts val="0"/>
              </a:spcAft>
              <a:buSzPts val="1400"/>
              <a:buChar char="●"/>
              <a:defRPr sz="1400"/>
            </a:lvl7pPr>
            <a:lvl8pPr indent="-317500" lvl="7" marL="3657600" rtl="0">
              <a:lnSpc>
                <a:spcPct val="100000"/>
              </a:lnSpc>
              <a:spcBef>
                <a:spcPts val="1600"/>
              </a:spcBef>
              <a:spcAft>
                <a:spcPts val="0"/>
              </a:spcAft>
              <a:buSzPts val="1400"/>
              <a:buChar char="○"/>
              <a:defRPr sz="1400"/>
            </a:lvl8pPr>
            <a:lvl9pPr indent="-317500" lvl="8" marL="4114800" rtl="0">
              <a:lnSpc>
                <a:spcPct val="100000"/>
              </a:lnSpc>
              <a:spcBef>
                <a:spcPts val="1600"/>
              </a:spcBef>
              <a:spcAft>
                <a:spcPts val="1600"/>
              </a:spcAft>
              <a:buSzPts val="1400"/>
              <a:buChar char="■"/>
              <a:defRPr sz="1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photo">
  <p:cSld name="MAIN_POINT_2">
    <p:spTree>
      <p:nvGrpSpPr>
        <p:cNvPr id="130" name="Shape 130"/>
        <p:cNvGrpSpPr/>
        <p:nvPr/>
      </p:nvGrpSpPr>
      <p:grpSpPr>
        <a:xfrm>
          <a:off x="0" y="0"/>
          <a:ext cx="0" cy="0"/>
          <a:chOff x="0" y="0"/>
          <a:chExt cx="0" cy="0"/>
        </a:xfrm>
      </p:grpSpPr>
      <p:sp>
        <p:nvSpPr>
          <p:cNvPr id="131" name="Google Shape;131;p13"/>
          <p:cNvSpPr txBox="1"/>
          <p:nvPr>
            <p:ph type="title"/>
          </p:nvPr>
        </p:nvSpPr>
        <p:spPr>
          <a:xfrm>
            <a:off x="4089400" y="1013175"/>
            <a:ext cx="4648500" cy="26967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SzPts val="5100"/>
              <a:buNone/>
              <a:defRPr sz="5100"/>
            </a:lvl1pPr>
            <a:lvl2pPr lvl="1" algn="l">
              <a:lnSpc>
                <a:spcPct val="100000"/>
              </a:lnSpc>
              <a:spcBef>
                <a:spcPts val="0"/>
              </a:spcBef>
              <a:spcAft>
                <a:spcPts val="0"/>
              </a:spcAft>
              <a:buClr>
                <a:srgbClr val="FF9900"/>
              </a:buClr>
              <a:buSzPts val="8900"/>
              <a:buNone/>
              <a:defRPr sz="8900">
                <a:solidFill>
                  <a:srgbClr val="FF9900"/>
                </a:solidFill>
              </a:defRPr>
            </a:lvl2pPr>
            <a:lvl3pPr lvl="2" algn="l">
              <a:lnSpc>
                <a:spcPct val="100000"/>
              </a:lnSpc>
              <a:spcBef>
                <a:spcPts val="0"/>
              </a:spcBef>
              <a:spcAft>
                <a:spcPts val="0"/>
              </a:spcAft>
              <a:buClr>
                <a:srgbClr val="FF9900"/>
              </a:buClr>
              <a:buSzPts val="8900"/>
              <a:buNone/>
              <a:defRPr sz="8900">
                <a:solidFill>
                  <a:srgbClr val="FF9900"/>
                </a:solidFill>
              </a:defRPr>
            </a:lvl3pPr>
            <a:lvl4pPr lvl="3" algn="l">
              <a:lnSpc>
                <a:spcPct val="100000"/>
              </a:lnSpc>
              <a:spcBef>
                <a:spcPts val="0"/>
              </a:spcBef>
              <a:spcAft>
                <a:spcPts val="0"/>
              </a:spcAft>
              <a:buClr>
                <a:srgbClr val="FF9900"/>
              </a:buClr>
              <a:buSzPts val="8900"/>
              <a:buNone/>
              <a:defRPr sz="8900">
                <a:solidFill>
                  <a:srgbClr val="FF9900"/>
                </a:solidFill>
              </a:defRPr>
            </a:lvl4pPr>
            <a:lvl5pPr lvl="4" algn="l">
              <a:lnSpc>
                <a:spcPct val="100000"/>
              </a:lnSpc>
              <a:spcBef>
                <a:spcPts val="0"/>
              </a:spcBef>
              <a:spcAft>
                <a:spcPts val="0"/>
              </a:spcAft>
              <a:buClr>
                <a:srgbClr val="FF9900"/>
              </a:buClr>
              <a:buSzPts val="8900"/>
              <a:buNone/>
              <a:defRPr sz="8900">
                <a:solidFill>
                  <a:srgbClr val="FF9900"/>
                </a:solidFill>
              </a:defRPr>
            </a:lvl5pPr>
            <a:lvl6pPr lvl="5" algn="l">
              <a:lnSpc>
                <a:spcPct val="100000"/>
              </a:lnSpc>
              <a:spcBef>
                <a:spcPts val="0"/>
              </a:spcBef>
              <a:spcAft>
                <a:spcPts val="0"/>
              </a:spcAft>
              <a:buClr>
                <a:srgbClr val="FF9900"/>
              </a:buClr>
              <a:buSzPts val="8900"/>
              <a:buNone/>
              <a:defRPr sz="8900">
                <a:solidFill>
                  <a:srgbClr val="FF9900"/>
                </a:solidFill>
              </a:defRPr>
            </a:lvl6pPr>
            <a:lvl7pPr lvl="6" algn="l">
              <a:lnSpc>
                <a:spcPct val="100000"/>
              </a:lnSpc>
              <a:spcBef>
                <a:spcPts val="0"/>
              </a:spcBef>
              <a:spcAft>
                <a:spcPts val="0"/>
              </a:spcAft>
              <a:buClr>
                <a:srgbClr val="FF9900"/>
              </a:buClr>
              <a:buSzPts val="8900"/>
              <a:buNone/>
              <a:defRPr sz="8900">
                <a:solidFill>
                  <a:srgbClr val="FF9900"/>
                </a:solidFill>
              </a:defRPr>
            </a:lvl7pPr>
            <a:lvl8pPr lvl="7" algn="l">
              <a:lnSpc>
                <a:spcPct val="100000"/>
              </a:lnSpc>
              <a:spcBef>
                <a:spcPts val="0"/>
              </a:spcBef>
              <a:spcAft>
                <a:spcPts val="0"/>
              </a:spcAft>
              <a:buClr>
                <a:srgbClr val="FF9900"/>
              </a:buClr>
              <a:buSzPts val="8900"/>
              <a:buNone/>
              <a:defRPr sz="8900">
                <a:solidFill>
                  <a:srgbClr val="FF9900"/>
                </a:solidFill>
              </a:defRPr>
            </a:lvl8pPr>
            <a:lvl9pPr lvl="8" algn="l">
              <a:lnSpc>
                <a:spcPct val="100000"/>
              </a:lnSpc>
              <a:spcBef>
                <a:spcPts val="0"/>
              </a:spcBef>
              <a:spcAft>
                <a:spcPts val="0"/>
              </a:spcAft>
              <a:buClr>
                <a:srgbClr val="FF9900"/>
              </a:buClr>
              <a:buSzPts val="8900"/>
              <a:buNone/>
              <a:defRPr sz="8900">
                <a:solidFill>
                  <a:srgbClr val="FF9900"/>
                </a:solidFill>
              </a:defRPr>
            </a:lvl9pPr>
          </a:lstStyle>
          <a:p/>
        </p:txBody>
      </p:sp>
      <p:sp>
        <p:nvSpPr>
          <p:cNvPr id="132" name="Google Shape;132;p13"/>
          <p:cNvSpPr/>
          <p:nvPr>
            <p:ph idx="2" type="pic"/>
          </p:nvPr>
        </p:nvSpPr>
        <p:spPr>
          <a:xfrm>
            <a:off x="-1200325" y="0"/>
            <a:ext cx="4248300" cy="5143500"/>
          </a:xfrm>
          <a:prstGeom prst="rect">
            <a:avLst/>
          </a:prstGeom>
          <a:noFill/>
          <a:ln>
            <a:noFill/>
          </a:ln>
          <a:effectLst>
            <a:outerShdw blurRad="114300" rotWithShape="0" algn="bl" dir="5400000" dist="19050">
              <a:srgbClr val="000000">
                <a:alpha val="12941"/>
              </a:srgbClr>
            </a:outerShdw>
          </a:effectLst>
        </p:spPr>
      </p:sp>
      <p:pic>
        <p:nvPicPr>
          <p:cNvPr id="133" name="Google Shape;133;p13"/>
          <p:cNvPicPr preferRelativeResize="0"/>
          <p:nvPr/>
        </p:nvPicPr>
        <p:blipFill rotWithShape="1">
          <a:blip r:embed="rId2">
            <a:alphaModFix/>
          </a:blip>
          <a:srcRect b="0" l="0" r="0" t="0"/>
          <a:stretch/>
        </p:blipFill>
        <p:spPr>
          <a:xfrm>
            <a:off x="3465100" y="1118150"/>
            <a:ext cx="357101" cy="357101"/>
          </a:xfrm>
          <a:prstGeom prst="rect">
            <a:avLst/>
          </a:prstGeom>
          <a:noFill/>
          <a:ln>
            <a:noFill/>
          </a:ln>
        </p:spPr>
      </p:pic>
      <p:sp>
        <p:nvSpPr>
          <p:cNvPr id="134" name="Google Shape;134;p13"/>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sp>
        <p:nvSpPr>
          <p:cNvPr id="135" name="Google Shape;135;p13"/>
          <p:cNvSpPr txBox="1"/>
          <p:nvPr>
            <p:ph idx="1"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pic>
        <p:nvPicPr>
          <p:cNvPr id="136" name="Google Shape;136;p13"/>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137" name="Google Shape;137;p13"/>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138" name="Google Shape;138;p13"/>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ramatic Text and Photo 3 1">
  <p:cSld name="MAIN_POINT_2_2_1_1_1">
    <p:bg>
      <p:bgPr>
        <a:solidFill>
          <a:srgbClr val="000000"/>
        </a:solidFill>
      </p:bgPr>
    </p:bg>
    <p:spTree>
      <p:nvGrpSpPr>
        <p:cNvPr id="139" name="Shape 139"/>
        <p:cNvGrpSpPr/>
        <p:nvPr/>
      </p:nvGrpSpPr>
      <p:grpSpPr>
        <a:xfrm>
          <a:off x="0" y="0"/>
          <a:ext cx="0" cy="0"/>
          <a:chOff x="0" y="0"/>
          <a:chExt cx="0" cy="0"/>
        </a:xfrm>
      </p:grpSpPr>
      <p:sp>
        <p:nvSpPr>
          <p:cNvPr id="140" name="Google Shape;140;p14"/>
          <p:cNvSpPr/>
          <p:nvPr>
            <p:ph idx="2" type="pic"/>
          </p:nvPr>
        </p:nvSpPr>
        <p:spPr>
          <a:xfrm>
            <a:off x="-95250" y="-155150"/>
            <a:ext cx="9334500" cy="5467500"/>
          </a:xfrm>
          <a:prstGeom prst="rect">
            <a:avLst/>
          </a:prstGeom>
          <a:noFill/>
          <a:ln>
            <a:noFill/>
          </a:ln>
        </p:spPr>
      </p:sp>
      <p:pic>
        <p:nvPicPr>
          <p:cNvPr id="141" name="Google Shape;141;p14"/>
          <p:cNvPicPr preferRelativeResize="0"/>
          <p:nvPr/>
        </p:nvPicPr>
        <p:blipFill rotWithShape="1">
          <a:blip r:embed="rId2">
            <a:alphaModFix/>
          </a:blip>
          <a:srcRect b="0" l="0" r="0" t="0"/>
          <a:stretch/>
        </p:blipFill>
        <p:spPr>
          <a:xfrm>
            <a:off x="1523975" y="1296782"/>
            <a:ext cx="6096025" cy="254991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Blank" type="titleOnly">
  <p:cSld name="TITLE_ONLY">
    <p:spTree>
      <p:nvGrpSpPr>
        <p:cNvPr id="142" name="Shape 142"/>
        <p:cNvGrpSpPr/>
        <p:nvPr/>
      </p:nvGrpSpPr>
      <p:grpSpPr>
        <a:xfrm>
          <a:off x="0" y="0"/>
          <a:ext cx="0" cy="0"/>
          <a:chOff x="0" y="0"/>
          <a:chExt cx="0" cy="0"/>
        </a:xfrm>
      </p:grpSpPr>
      <p:sp>
        <p:nvSpPr>
          <p:cNvPr id="143" name="Google Shape;143;p15"/>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pic>
        <p:nvPicPr>
          <p:cNvPr id="144" name="Google Shape;144;p15"/>
          <p:cNvPicPr preferRelativeResize="0"/>
          <p:nvPr/>
        </p:nvPicPr>
        <p:blipFill rotWithShape="1">
          <a:blip r:embed="rId2">
            <a:alphaModFix/>
          </a:blip>
          <a:srcRect b="0" l="0" r="0" t="0"/>
          <a:stretch/>
        </p:blipFill>
        <p:spPr>
          <a:xfrm>
            <a:off x="8508125" y="4405475"/>
            <a:ext cx="414509" cy="414514"/>
          </a:xfrm>
          <a:prstGeom prst="rect">
            <a:avLst/>
          </a:prstGeom>
          <a:noFill/>
          <a:ln>
            <a:noFill/>
          </a:ln>
        </p:spPr>
      </p:pic>
      <p:pic>
        <p:nvPicPr>
          <p:cNvPr id="145" name="Google Shape;145;p15"/>
          <p:cNvPicPr preferRelativeResize="0"/>
          <p:nvPr/>
        </p:nvPicPr>
        <p:blipFill rotWithShape="1">
          <a:blip r:embed="rId3">
            <a:alphaModFix/>
          </a:blip>
          <a:srcRect b="0" l="0" r="0" t="0"/>
          <a:stretch/>
        </p:blipFill>
        <p:spPr>
          <a:xfrm>
            <a:off x="8191675" y="4514449"/>
            <a:ext cx="785021" cy="785026"/>
          </a:xfrm>
          <a:prstGeom prst="rect">
            <a:avLst/>
          </a:prstGeom>
          <a:noFill/>
          <a:ln>
            <a:noFill/>
          </a:ln>
        </p:spPr>
      </p:pic>
      <p:pic>
        <p:nvPicPr>
          <p:cNvPr id="146" name="Google Shape;146;p15"/>
          <p:cNvPicPr preferRelativeResize="0"/>
          <p:nvPr/>
        </p:nvPicPr>
        <p:blipFill rotWithShape="1">
          <a:blip r:embed="rId4">
            <a:alphaModFix/>
          </a:blip>
          <a:srcRect b="0" l="0" r="0" t="0"/>
          <a:stretch/>
        </p:blipFill>
        <p:spPr>
          <a:xfrm>
            <a:off x="8663041" y="4943591"/>
            <a:ext cx="325186" cy="325186"/>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ramatic Text and Photo 2">
  <p:cSld name="MAIN_POINT_2_2_1">
    <p:bg>
      <p:bgPr>
        <a:solidFill>
          <a:schemeClr val="accent1"/>
        </a:solidFill>
      </p:bgPr>
    </p:bg>
    <p:spTree>
      <p:nvGrpSpPr>
        <p:cNvPr id="147" name="Shape 147"/>
        <p:cNvGrpSpPr/>
        <p:nvPr/>
      </p:nvGrpSpPr>
      <p:grpSpPr>
        <a:xfrm>
          <a:off x="0" y="0"/>
          <a:ext cx="0" cy="0"/>
          <a:chOff x="0" y="0"/>
          <a:chExt cx="0" cy="0"/>
        </a:xfrm>
      </p:grpSpPr>
      <p:sp>
        <p:nvSpPr>
          <p:cNvPr id="148" name="Google Shape;148;p16"/>
          <p:cNvSpPr txBox="1"/>
          <p:nvPr>
            <p:ph type="title"/>
          </p:nvPr>
        </p:nvSpPr>
        <p:spPr>
          <a:xfrm>
            <a:off x="397925" y="0"/>
            <a:ext cx="3344400" cy="51435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Clr>
                <a:schemeClr val="lt1"/>
              </a:buClr>
              <a:buSzPts val="5100"/>
              <a:buNone/>
              <a:defRPr sz="5100">
                <a:solidFill>
                  <a:schemeClr val="lt1"/>
                </a:solidFill>
              </a:defRPr>
            </a:lvl1pPr>
            <a:lvl2pPr lvl="1" algn="l">
              <a:lnSpc>
                <a:spcPct val="100000"/>
              </a:lnSpc>
              <a:spcBef>
                <a:spcPts val="0"/>
              </a:spcBef>
              <a:spcAft>
                <a:spcPts val="0"/>
              </a:spcAft>
              <a:buClr>
                <a:srgbClr val="FF9900"/>
              </a:buClr>
              <a:buSzPts val="8900"/>
              <a:buNone/>
              <a:defRPr sz="8900">
                <a:solidFill>
                  <a:srgbClr val="FF9900"/>
                </a:solidFill>
              </a:defRPr>
            </a:lvl2pPr>
            <a:lvl3pPr lvl="2" algn="l">
              <a:lnSpc>
                <a:spcPct val="100000"/>
              </a:lnSpc>
              <a:spcBef>
                <a:spcPts val="0"/>
              </a:spcBef>
              <a:spcAft>
                <a:spcPts val="0"/>
              </a:spcAft>
              <a:buClr>
                <a:srgbClr val="FF9900"/>
              </a:buClr>
              <a:buSzPts val="8900"/>
              <a:buNone/>
              <a:defRPr sz="8900">
                <a:solidFill>
                  <a:srgbClr val="FF9900"/>
                </a:solidFill>
              </a:defRPr>
            </a:lvl3pPr>
            <a:lvl4pPr lvl="3" algn="l">
              <a:lnSpc>
                <a:spcPct val="100000"/>
              </a:lnSpc>
              <a:spcBef>
                <a:spcPts val="0"/>
              </a:spcBef>
              <a:spcAft>
                <a:spcPts val="0"/>
              </a:spcAft>
              <a:buClr>
                <a:srgbClr val="FF9900"/>
              </a:buClr>
              <a:buSzPts val="8900"/>
              <a:buNone/>
              <a:defRPr sz="8900">
                <a:solidFill>
                  <a:srgbClr val="FF9900"/>
                </a:solidFill>
              </a:defRPr>
            </a:lvl4pPr>
            <a:lvl5pPr lvl="4" algn="l">
              <a:lnSpc>
                <a:spcPct val="100000"/>
              </a:lnSpc>
              <a:spcBef>
                <a:spcPts val="0"/>
              </a:spcBef>
              <a:spcAft>
                <a:spcPts val="0"/>
              </a:spcAft>
              <a:buClr>
                <a:srgbClr val="FF9900"/>
              </a:buClr>
              <a:buSzPts val="8900"/>
              <a:buNone/>
              <a:defRPr sz="8900">
                <a:solidFill>
                  <a:srgbClr val="FF9900"/>
                </a:solidFill>
              </a:defRPr>
            </a:lvl5pPr>
            <a:lvl6pPr lvl="5" algn="l">
              <a:lnSpc>
                <a:spcPct val="100000"/>
              </a:lnSpc>
              <a:spcBef>
                <a:spcPts val="0"/>
              </a:spcBef>
              <a:spcAft>
                <a:spcPts val="0"/>
              </a:spcAft>
              <a:buClr>
                <a:srgbClr val="FF9900"/>
              </a:buClr>
              <a:buSzPts val="8900"/>
              <a:buNone/>
              <a:defRPr sz="8900">
                <a:solidFill>
                  <a:srgbClr val="FF9900"/>
                </a:solidFill>
              </a:defRPr>
            </a:lvl6pPr>
            <a:lvl7pPr lvl="6" algn="l">
              <a:lnSpc>
                <a:spcPct val="100000"/>
              </a:lnSpc>
              <a:spcBef>
                <a:spcPts val="0"/>
              </a:spcBef>
              <a:spcAft>
                <a:spcPts val="0"/>
              </a:spcAft>
              <a:buClr>
                <a:srgbClr val="FF9900"/>
              </a:buClr>
              <a:buSzPts val="8900"/>
              <a:buNone/>
              <a:defRPr sz="8900">
                <a:solidFill>
                  <a:srgbClr val="FF9900"/>
                </a:solidFill>
              </a:defRPr>
            </a:lvl7pPr>
            <a:lvl8pPr lvl="7" algn="l">
              <a:lnSpc>
                <a:spcPct val="100000"/>
              </a:lnSpc>
              <a:spcBef>
                <a:spcPts val="0"/>
              </a:spcBef>
              <a:spcAft>
                <a:spcPts val="0"/>
              </a:spcAft>
              <a:buClr>
                <a:srgbClr val="FF9900"/>
              </a:buClr>
              <a:buSzPts val="8900"/>
              <a:buNone/>
              <a:defRPr sz="8900">
                <a:solidFill>
                  <a:srgbClr val="FF9900"/>
                </a:solidFill>
              </a:defRPr>
            </a:lvl8pPr>
            <a:lvl9pPr lvl="8" algn="l">
              <a:lnSpc>
                <a:spcPct val="100000"/>
              </a:lnSpc>
              <a:spcBef>
                <a:spcPts val="0"/>
              </a:spcBef>
              <a:spcAft>
                <a:spcPts val="0"/>
              </a:spcAft>
              <a:buClr>
                <a:srgbClr val="FF9900"/>
              </a:buClr>
              <a:buSzPts val="8900"/>
              <a:buNone/>
              <a:defRPr sz="8900">
                <a:solidFill>
                  <a:srgbClr val="FF9900"/>
                </a:solidFill>
              </a:defRPr>
            </a:lvl9pPr>
          </a:lstStyle>
          <a:p/>
        </p:txBody>
      </p:sp>
      <p:sp>
        <p:nvSpPr>
          <p:cNvPr id="149" name="Google Shape;149;p16"/>
          <p:cNvSpPr/>
          <p:nvPr>
            <p:ph idx="2" type="pic"/>
          </p:nvPr>
        </p:nvSpPr>
        <p:spPr>
          <a:xfrm>
            <a:off x="2582350" y="-118525"/>
            <a:ext cx="7450800" cy="5380500"/>
          </a:xfrm>
          <a:prstGeom prst="chevron">
            <a:avLst>
              <a:gd fmla="val 50000" name="adj"/>
            </a:avLst>
          </a:prstGeom>
          <a:noFill/>
          <a:ln>
            <a:noFill/>
          </a:ln>
          <a:effectLst>
            <a:outerShdw blurRad="200025" rotWithShape="0" algn="bl" dir="5400000" dist="19050">
              <a:srgbClr val="000000">
                <a:alpha val="20000"/>
              </a:srgbClr>
            </a:outerShdw>
          </a:effectLst>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uble Photo ">
  <p:cSld name="MAIN_POINT_2_2_2">
    <p:bg>
      <p:bgPr>
        <a:solidFill>
          <a:schemeClr val="dk1"/>
        </a:solidFill>
      </p:bgPr>
    </p:bg>
    <p:spTree>
      <p:nvGrpSpPr>
        <p:cNvPr id="150" name="Shape 150"/>
        <p:cNvGrpSpPr/>
        <p:nvPr/>
      </p:nvGrpSpPr>
      <p:grpSpPr>
        <a:xfrm>
          <a:off x="0" y="0"/>
          <a:ext cx="0" cy="0"/>
          <a:chOff x="0" y="0"/>
          <a:chExt cx="0" cy="0"/>
        </a:xfrm>
      </p:grpSpPr>
      <p:sp>
        <p:nvSpPr>
          <p:cNvPr id="151" name="Google Shape;151;p17"/>
          <p:cNvSpPr/>
          <p:nvPr>
            <p:ph idx="2" type="pic"/>
          </p:nvPr>
        </p:nvSpPr>
        <p:spPr>
          <a:xfrm>
            <a:off x="2072600" y="-1085850"/>
            <a:ext cx="10098000" cy="7315200"/>
          </a:xfrm>
          <a:prstGeom prst="chevron">
            <a:avLst>
              <a:gd fmla="val 50000" name="adj"/>
            </a:avLst>
          </a:prstGeom>
          <a:noFill/>
          <a:ln>
            <a:noFill/>
          </a:ln>
          <a:effectLst>
            <a:outerShdw blurRad="171450" rotWithShape="0" algn="bl" dir="5400000" dist="19050">
              <a:srgbClr val="000000">
                <a:alpha val="7843"/>
              </a:srgbClr>
            </a:outerShdw>
          </a:effectLst>
        </p:spPr>
      </p:sp>
      <p:sp>
        <p:nvSpPr>
          <p:cNvPr id="152" name="Google Shape;152;p17"/>
          <p:cNvSpPr/>
          <p:nvPr>
            <p:ph idx="3" type="pic"/>
          </p:nvPr>
        </p:nvSpPr>
        <p:spPr>
          <a:xfrm>
            <a:off x="-3748850" y="-1085850"/>
            <a:ext cx="10098000" cy="7315200"/>
          </a:xfrm>
          <a:prstGeom prst="chevron">
            <a:avLst>
              <a:gd fmla="val 50000" name="adj"/>
            </a:avLst>
          </a:prstGeom>
          <a:noFill/>
          <a:ln>
            <a:noFill/>
          </a:ln>
          <a:effectLst>
            <a:outerShdw blurRad="171450" rotWithShape="0" algn="bl" dir="5400000" dist="19050">
              <a:srgbClr val="000000">
                <a:alpha val="7843"/>
              </a:srgbClr>
            </a:outerShdw>
          </a:effectLst>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ITLE_2">
    <p:spTree>
      <p:nvGrpSpPr>
        <p:cNvPr id="153" name="Shape 153"/>
        <p:cNvGrpSpPr/>
        <p:nvPr/>
      </p:nvGrpSpPr>
      <p:grpSpPr>
        <a:xfrm>
          <a:off x="0" y="0"/>
          <a:ext cx="0" cy="0"/>
          <a:chOff x="0" y="0"/>
          <a:chExt cx="0" cy="0"/>
        </a:xfrm>
      </p:grpSpPr>
      <p:sp>
        <p:nvSpPr>
          <p:cNvPr id="154" name="Google Shape;154;p18"/>
          <p:cNvSpPr txBox="1"/>
          <p:nvPr>
            <p:ph type="ctrTitle"/>
          </p:nvPr>
        </p:nvSpPr>
        <p:spPr>
          <a:xfrm>
            <a:off x="2093850" y="859575"/>
            <a:ext cx="4956300" cy="1719000"/>
          </a:xfrm>
          <a:prstGeom prst="rect">
            <a:avLst/>
          </a:prstGeom>
          <a:noFill/>
          <a:ln>
            <a:noFill/>
          </a:ln>
        </p:spPr>
        <p:txBody>
          <a:bodyPr anchorCtr="0" anchor="ctr" bIns="0" lIns="0" spcFirstLastPara="1" rIns="0" wrap="square" tIns="0">
            <a:noAutofit/>
          </a:bodyPr>
          <a:lstStyle>
            <a:lvl1pPr lvl="0" algn="ctr">
              <a:lnSpc>
                <a:spcPct val="80000"/>
              </a:lnSpc>
              <a:spcBef>
                <a:spcPts val="0"/>
              </a:spcBef>
              <a:spcAft>
                <a:spcPts val="0"/>
              </a:spcAft>
              <a:buSzPts val="5500"/>
              <a:buNone/>
              <a:defRPr sz="5500"/>
            </a:lvl1pPr>
            <a:lvl2pPr lvl="1" algn="l">
              <a:lnSpc>
                <a:spcPct val="100000"/>
              </a:lnSpc>
              <a:spcBef>
                <a:spcPts val="0"/>
              </a:spcBef>
              <a:spcAft>
                <a:spcPts val="0"/>
              </a:spcAft>
              <a:buSzPts val="5200"/>
              <a:buNone/>
              <a:defRPr sz="5200"/>
            </a:lvl2pPr>
            <a:lvl3pPr lvl="2" algn="l">
              <a:lnSpc>
                <a:spcPct val="100000"/>
              </a:lnSpc>
              <a:spcBef>
                <a:spcPts val="0"/>
              </a:spcBef>
              <a:spcAft>
                <a:spcPts val="0"/>
              </a:spcAft>
              <a:buSzPts val="5200"/>
              <a:buNone/>
              <a:defRPr sz="5200"/>
            </a:lvl3pPr>
            <a:lvl4pPr lvl="3" algn="l">
              <a:lnSpc>
                <a:spcPct val="100000"/>
              </a:lnSpc>
              <a:spcBef>
                <a:spcPts val="0"/>
              </a:spcBef>
              <a:spcAft>
                <a:spcPts val="0"/>
              </a:spcAft>
              <a:buSzPts val="5200"/>
              <a:buNone/>
              <a:defRPr sz="5200"/>
            </a:lvl4pPr>
            <a:lvl5pPr lvl="4" algn="l">
              <a:lnSpc>
                <a:spcPct val="100000"/>
              </a:lnSpc>
              <a:spcBef>
                <a:spcPts val="0"/>
              </a:spcBef>
              <a:spcAft>
                <a:spcPts val="0"/>
              </a:spcAft>
              <a:buSzPts val="5200"/>
              <a:buNone/>
              <a:defRPr sz="5200"/>
            </a:lvl5pPr>
            <a:lvl6pPr lvl="5" algn="l">
              <a:lnSpc>
                <a:spcPct val="100000"/>
              </a:lnSpc>
              <a:spcBef>
                <a:spcPts val="0"/>
              </a:spcBef>
              <a:spcAft>
                <a:spcPts val="0"/>
              </a:spcAft>
              <a:buSzPts val="5200"/>
              <a:buNone/>
              <a:defRPr sz="5200"/>
            </a:lvl6pPr>
            <a:lvl7pPr lvl="6" algn="l">
              <a:lnSpc>
                <a:spcPct val="100000"/>
              </a:lnSpc>
              <a:spcBef>
                <a:spcPts val="0"/>
              </a:spcBef>
              <a:spcAft>
                <a:spcPts val="0"/>
              </a:spcAft>
              <a:buSzPts val="5200"/>
              <a:buNone/>
              <a:defRPr sz="5200"/>
            </a:lvl7pPr>
            <a:lvl8pPr lvl="7" algn="l">
              <a:lnSpc>
                <a:spcPct val="100000"/>
              </a:lnSpc>
              <a:spcBef>
                <a:spcPts val="0"/>
              </a:spcBef>
              <a:spcAft>
                <a:spcPts val="0"/>
              </a:spcAft>
              <a:buSzPts val="5200"/>
              <a:buNone/>
              <a:defRPr sz="5200"/>
            </a:lvl8pPr>
            <a:lvl9pPr lvl="8" algn="l">
              <a:lnSpc>
                <a:spcPct val="100000"/>
              </a:lnSpc>
              <a:spcBef>
                <a:spcPts val="0"/>
              </a:spcBef>
              <a:spcAft>
                <a:spcPts val="0"/>
              </a:spcAft>
              <a:buSzPts val="5200"/>
              <a:buNone/>
              <a:defRPr sz="5200"/>
            </a:lvl9pPr>
          </a:lstStyle>
          <a:p/>
        </p:txBody>
      </p:sp>
      <p:sp>
        <p:nvSpPr>
          <p:cNvPr id="155" name="Google Shape;155;p18"/>
          <p:cNvSpPr txBox="1"/>
          <p:nvPr/>
        </p:nvSpPr>
        <p:spPr>
          <a:xfrm>
            <a:off x="761975" y="3423775"/>
            <a:ext cx="3807600" cy="84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1" sz="1300" u="none" cap="none" strike="noStrike">
              <a:solidFill>
                <a:schemeClr val="lt1"/>
              </a:solidFill>
              <a:latin typeface="Source Sans Pro"/>
              <a:ea typeface="Source Sans Pro"/>
              <a:cs typeface="Source Sans Pro"/>
              <a:sym typeface="Source Sans Pro"/>
            </a:endParaRPr>
          </a:p>
        </p:txBody>
      </p:sp>
      <p:pic>
        <p:nvPicPr>
          <p:cNvPr id="156" name="Google Shape;156;p18"/>
          <p:cNvPicPr preferRelativeResize="0"/>
          <p:nvPr/>
        </p:nvPicPr>
        <p:blipFill rotWithShape="1">
          <a:blip r:embed="rId2">
            <a:alphaModFix/>
          </a:blip>
          <a:srcRect b="0" l="0" r="0" t="0"/>
          <a:stretch/>
        </p:blipFill>
        <p:spPr>
          <a:xfrm>
            <a:off x="3157188" y="4400095"/>
            <a:ext cx="2829624" cy="332975"/>
          </a:xfrm>
          <a:prstGeom prst="rect">
            <a:avLst/>
          </a:prstGeom>
          <a:noFill/>
          <a:ln>
            <a:noFill/>
          </a:ln>
        </p:spPr>
      </p:pic>
      <p:pic>
        <p:nvPicPr>
          <p:cNvPr id="157" name="Google Shape;157;p18"/>
          <p:cNvPicPr preferRelativeResize="0"/>
          <p:nvPr/>
        </p:nvPicPr>
        <p:blipFill rotWithShape="1">
          <a:blip r:embed="rId3">
            <a:alphaModFix/>
          </a:blip>
          <a:srcRect b="0" l="0" r="0" t="19112"/>
          <a:stretch/>
        </p:blipFill>
        <p:spPr>
          <a:xfrm>
            <a:off x="-1530325" y="3251200"/>
            <a:ext cx="12103050" cy="683575"/>
          </a:xfrm>
          <a:prstGeom prst="rect">
            <a:avLst/>
          </a:prstGeom>
          <a:noFill/>
          <a:ln>
            <a:noFill/>
          </a:ln>
        </p:spPr>
      </p:pic>
      <p:sp>
        <p:nvSpPr>
          <p:cNvPr id="158" name="Google Shape;158;p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SECTION_HEADER_1_1_1">
    <p:bg>
      <p:bgPr>
        <a:solidFill>
          <a:schemeClr val="lt1"/>
        </a:solidFill>
      </p:bgPr>
    </p:bg>
    <p:spTree>
      <p:nvGrpSpPr>
        <p:cNvPr id="159" name="Shape 159"/>
        <p:cNvGrpSpPr/>
        <p:nvPr/>
      </p:nvGrpSpPr>
      <p:grpSpPr>
        <a:xfrm>
          <a:off x="0" y="0"/>
          <a:ext cx="0" cy="0"/>
          <a:chOff x="0" y="0"/>
          <a:chExt cx="0" cy="0"/>
        </a:xfrm>
      </p:grpSpPr>
      <p:sp>
        <p:nvSpPr>
          <p:cNvPr id="160" name="Google Shape;160;p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
        <p:nvSpPr>
          <p:cNvPr id="161" name="Google Shape;161;p19"/>
          <p:cNvSpPr/>
          <p:nvPr/>
        </p:nvSpPr>
        <p:spPr>
          <a:xfrm>
            <a:off x="1650" y="0"/>
            <a:ext cx="9144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9"/>
          <p:cNvSpPr txBox="1"/>
          <p:nvPr>
            <p:ph type="title"/>
          </p:nvPr>
        </p:nvSpPr>
        <p:spPr>
          <a:xfrm>
            <a:off x="761975" y="0"/>
            <a:ext cx="7623000" cy="51435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Clr>
                <a:srgbClr val="000000"/>
              </a:buClr>
              <a:buSzPts val="6800"/>
              <a:buNone/>
              <a:defRPr sz="6800">
                <a:solidFill>
                  <a:srgbClr val="000000"/>
                </a:solidFill>
              </a:defRPr>
            </a:lvl1pPr>
            <a:lvl2pPr lvl="1" algn="l">
              <a:lnSpc>
                <a:spcPct val="100000"/>
              </a:lnSpc>
              <a:spcBef>
                <a:spcPts val="0"/>
              </a:spcBef>
              <a:spcAft>
                <a:spcPts val="0"/>
              </a:spcAft>
              <a:buSzPts val="8900"/>
              <a:buNone/>
              <a:defRPr sz="8900"/>
            </a:lvl2pPr>
            <a:lvl3pPr lvl="2" algn="l">
              <a:lnSpc>
                <a:spcPct val="100000"/>
              </a:lnSpc>
              <a:spcBef>
                <a:spcPts val="0"/>
              </a:spcBef>
              <a:spcAft>
                <a:spcPts val="0"/>
              </a:spcAft>
              <a:buSzPts val="8900"/>
              <a:buNone/>
              <a:defRPr sz="8900"/>
            </a:lvl3pPr>
            <a:lvl4pPr lvl="3" algn="l">
              <a:lnSpc>
                <a:spcPct val="100000"/>
              </a:lnSpc>
              <a:spcBef>
                <a:spcPts val="0"/>
              </a:spcBef>
              <a:spcAft>
                <a:spcPts val="0"/>
              </a:spcAft>
              <a:buSzPts val="8900"/>
              <a:buNone/>
              <a:defRPr sz="8900"/>
            </a:lvl4pPr>
            <a:lvl5pPr lvl="4" algn="l">
              <a:lnSpc>
                <a:spcPct val="100000"/>
              </a:lnSpc>
              <a:spcBef>
                <a:spcPts val="0"/>
              </a:spcBef>
              <a:spcAft>
                <a:spcPts val="0"/>
              </a:spcAft>
              <a:buSzPts val="8900"/>
              <a:buNone/>
              <a:defRPr sz="8900"/>
            </a:lvl5pPr>
            <a:lvl6pPr lvl="5" algn="l">
              <a:lnSpc>
                <a:spcPct val="100000"/>
              </a:lnSpc>
              <a:spcBef>
                <a:spcPts val="0"/>
              </a:spcBef>
              <a:spcAft>
                <a:spcPts val="0"/>
              </a:spcAft>
              <a:buSzPts val="8900"/>
              <a:buNone/>
              <a:defRPr sz="8900"/>
            </a:lvl6pPr>
            <a:lvl7pPr lvl="6" algn="l">
              <a:lnSpc>
                <a:spcPct val="100000"/>
              </a:lnSpc>
              <a:spcBef>
                <a:spcPts val="0"/>
              </a:spcBef>
              <a:spcAft>
                <a:spcPts val="0"/>
              </a:spcAft>
              <a:buSzPts val="8900"/>
              <a:buNone/>
              <a:defRPr sz="8900"/>
            </a:lvl7pPr>
            <a:lvl8pPr lvl="7" algn="l">
              <a:lnSpc>
                <a:spcPct val="100000"/>
              </a:lnSpc>
              <a:spcBef>
                <a:spcPts val="0"/>
              </a:spcBef>
              <a:spcAft>
                <a:spcPts val="0"/>
              </a:spcAft>
              <a:buSzPts val="8900"/>
              <a:buNone/>
              <a:defRPr sz="8900"/>
            </a:lvl8pPr>
            <a:lvl9pPr lvl="8" algn="l">
              <a:lnSpc>
                <a:spcPct val="100000"/>
              </a:lnSpc>
              <a:spcBef>
                <a:spcPts val="0"/>
              </a:spcBef>
              <a:spcAft>
                <a:spcPts val="0"/>
              </a:spcAft>
              <a:buSzPts val="8900"/>
              <a:buNone/>
              <a:defRPr sz="89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CUSTOM_3">
    <p:spTree>
      <p:nvGrpSpPr>
        <p:cNvPr id="163" name="Shape 163"/>
        <p:cNvGrpSpPr/>
        <p:nvPr/>
      </p:nvGrpSpPr>
      <p:grpSpPr>
        <a:xfrm>
          <a:off x="0" y="0"/>
          <a:ext cx="0" cy="0"/>
          <a:chOff x="0" y="0"/>
          <a:chExt cx="0" cy="0"/>
        </a:xfrm>
      </p:grpSpPr>
      <p:sp>
        <p:nvSpPr>
          <p:cNvPr id="164" name="Google Shape;164;p20"/>
          <p:cNvSpPr/>
          <p:nvPr/>
        </p:nvSpPr>
        <p:spPr>
          <a:xfrm>
            <a:off x="1650" y="0"/>
            <a:ext cx="9144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20"/>
          <p:cNvSpPr txBox="1"/>
          <p:nvPr>
            <p:ph type="title"/>
          </p:nvPr>
        </p:nvSpPr>
        <p:spPr>
          <a:xfrm>
            <a:off x="761975" y="0"/>
            <a:ext cx="7623000" cy="51435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Clr>
                <a:srgbClr val="FFFFFF"/>
              </a:buClr>
              <a:buSzPts val="6800"/>
              <a:buNone/>
              <a:defRPr sz="6800">
                <a:solidFill>
                  <a:srgbClr val="FFFFFF"/>
                </a:solidFill>
              </a:defRPr>
            </a:lvl1pPr>
            <a:lvl2pPr lvl="1" algn="l">
              <a:lnSpc>
                <a:spcPct val="100000"/>
              </a:lnSpc>
              <a:spcBef>
                <a:spcPts val="0"/>
              </a:spcBef>
              <a:spcAft>
                <a:spcPts val="0"/>
              </a:spcAft>
              <a:buSzPts val="8900"/>
              <a:buNone/>
              <a:defRPr sz="8900"/>
            </a:lvl2pPr>
            <a:lvl3pPr lvl="2" algn="l">
              <a:lnSpc>
                <a:spcPct val="100000"/>
              </a:lnSpc>
              <a:spcBef>
                <a:spcPts val="0"/>
              </a:spcBef>
              <a:spcAft>
                <a:spcPts val="0"/>
              </a:spcAft>
              <a:buSzPts val="8900"/>
              <a:buNone/>
              <a:defRPr sz="8900"/>
            </a:lvl3pPr>
            <a:lvl4pPr lvl="3" algn="l">
              <a:lnSpc>
                <a:spcPct val="100000"/>
              </a:lnSpc>
              <a:spcBef>
                <a:spcPts val="0"/>
              </a:spcBef>
              <a:spcAft>
                <a:spcPts val="0"/>
              </a:spcAft>
              <a:buSzPts val="8900"/>
              <a:buNone/>
              <a:defRPr sz="8900"/>
            </a:lvl4pPr>
            <a:lvl5pPr lvl="4" algn="l">
              <a:lnSpc>
                <a:spcPct val="100000"/>
              </a:lnSpc>
              <a:spcBef>
                <a:spcPts val="0"/>
              </a:spcBef>
              <a:spcAft>
                <a:spcPts val="0"/>
              </a:spcAft>
              <a:buSzPts val="8900"/>
              <a:buNone/>
              <a:defRPr sz="8900"/>
            </a:lvl5pPr>
            <a:lvl6pPr lvl="5" algn="l">
              <a:lnSpc>
                <a:spcPct val="100000"/>
              </a:lnSpc>
              <a:spcBef>
                <a:spcPts val="0"/>
              </a:spcBef>
              <a:spcAft>
                <a:spcPts val="0"/>
              </a:spcAft>
              <a:buSzPts val="8900"/>
              <a:buNone/>
              <a:defRPr sz="8900"/>
            </a:lvl6pPr>
            <a:lvl7pPr lvl="6" algn="l">
              <a:lnSpc>
                <a:spcPct val="100000"/>
              </a:lnSpc>
              <a:spcBef>
                <a:spcPts val="0"/>
              </a:spcBef>
              <a:spcAft>
                <a:spcPts val="0"/>
              </a:spcAft>
              <a:buSzPts val="8900"/>
              <a:buNone/>
              <a:defRPr sz="8900"/>
            </a:lvl7pPr>
            <a:lvl8pPr lvl="7" algn="l">
              <a:lnSpc>
                <a:spcPct val="100000"/>
              </a:lnSpc>
              <a:spcBef>
                <a:spcPts val="0"/>
              </a:spcBef>
              <a:spcAft>
                <a:spcPts val="0"/>
              </a:spcAft>
              <a:buSzPts val="8900"/>
              <a:buNone/>
              <a:defRPr sz="8900"/>
            </a:lvl8pPr>
            <a:lvl9pPr lvl="8" algn="l">
              <a:lnSpc>
                <a:spcPct val="100000"/>
              </a:lnSpc>
              <a:spcBef>
                <a:spcPts val="0"/>
              </a:spcBef>
              <a:spcAft>
                <a:spcPts val="0"/>
              </a:spcAft>
              <a:buSzPts val="8900"/>
              <a:buNone/>
              <a:defRPr sz="89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Boxes">
  <p:cSld name="TITLE_ONLY_1_1">
    <p:spTree>
      <p:nvGrpSpPr>
        <p:cNvPr id="166" name="Shape 166"/>
        <p:cNvGrpSpPr/>
        <p:nvPr/>
      </p:nvGrpSpPr>
      <p:grpSpPr>
        <a:xfrm>
          <a:off x="0" y="0"/>
          <a:ext cx="0" cy="0"/>
          <a:chOff x="0" y="0"/>
          <a:chExt cx="0" cy="0"/>
        </a:xfrm>
      </p:grpSpPr>
      <p:sp>
        <p:nvSpPr>
          <p:cNvPr id="167" name="Google Shape;167;p21"/>
          <p:cNvSpPr/>
          <p:nvPr/>
        </p:nvSpPr>
        <p:spPr>
          <a:xfrm>
            <a:off x="654225" y="1297000"/>
            <a:ext cx="2418300" cy="2397600"/>
          </a:xfrm>
          <a:prstGeom prst="rect">
            <a:avLst/>
          </a:prstGeom>
          <a:solidFill>
            <a:schemeClr val="lt2"/>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21"/>
          <p:cNvSpPr/>
          <p:nvPr/>
        </p:nvSpPr>
        <p:spPr>
          <a:xfrm>
            <a:off x="3362892" y="1297000"/>
            <a:ext cx="2418300" cy="2397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21"/>
          <p:cNvSpPr/>
          <p:nvPr/>
        </p:nvSpPr>
        <p:spPr>
          <a:xfrm>
            <a:off x="6071559" y="1297000"/>
            <a:ext cx="2418300" cy="2397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1"/>
          <p:cNvSpPr txBox="1"/>
          <p:nvPr>
            <p:ph idx="1" type="subTitle"/>
          </p:nvPr>
        </p:nvSpPr>
        <p:spPr>
          <a:xfrm>
            <a:off x="654250" y="1297000"/>
            <a:ext cx="2418300" cy="2397600"/>
          </a:xfrm>
          <a:prstGeom prst="rect">
            <a:avLst/>
          </a:prstGeom>
          <a:noFill/>
          <a:ln>
            <a:noFill/>
          </a:ln>
        </p:spPr>
        <p:txBody>
          <a:bodyPr anchorCtr="0" anchor="ctr" bIns="45700" lIns="45700" spcFirstLastPara="1" rIns="45700" wrap="square" tIns="4570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71" name="Google Shape;171;p21"/>
          <p:cNvSpPr txBox="1"/>
          <p:nvPr>
            <p:ph idx="2" type="subTitle"/>
          </p:nvPr>
        </p:nvSpPr>
        <p:spPr>
          <a:xfrm>
            <a:off x="3362900" y="1297000"/>
            <a:ext cx="2418300" cy="2397600"/>
          </a:xfrm>
          <a:prstGeom prst="rect">
            <a:avLst/>
          </a:prstGeom>
          <a:noFill/>
          <a:ln>
            <a:noFill/>
          </a:ln>
        </p:spPr>
        <p:txBody>
          <a:bodyPr anchorCtr="0" anchor="ctr" bIns="45700" lIns="45700" spcFirstLastPara="1" rIns="45700" wrap="square" tIns="4570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72" name="Google Shape;172;p21"/>
          <p:cNvSpPr txBox="1"/>
          <p:nvPr>
            <p:ph idx="3" type="subTitle"/>
          </p:nvPr>
        </p:nvSpPr>
        <p:spPr>
          <a:xfrm>
            <a:off x="6071575" y="1297000"/>
            <a:ext cx="2418300" cy="2397600"/>
          </a:xfrm>
          <a:prstGeom prst="rect">
            <a:avLst/>
          </a:prstGeom>
          <a:noFill/>
          <a:ln>
            <a:noFill/>
          </a:ln>
        </p:spPr>
        <p:txBody>
          <a:bodyPr anchorCtr="0" anchor="ctr" bIns="45700" lIns="45700" spcFirstLastPara="1" rIns="45700" wrap="square" tIns="4570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73" name="Google Shape;173;p21"/>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pic>
        <p:nvPicPr>
          <p:cNvPr id="174" name="Google Shape;174;p21"/>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175" name="Google Shape;175;p21"/>
          <p:cNvSpPr txBox="1"/>
          <p:nvPr>
            <p:ph idx="4"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pic>
        <p:nvPicPr>
          <p:cNvPr id="176" name="Google Shape;176;p21"/>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177" name="Google Shape;177;p21"/>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178" name="Google Shape;178;p21"/>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
        <p:nvSpPr>
          <p:cNvPr id="179" name="Google Shape;179;p21"/>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3600"/>
              <a:buNone/>
              <a:defRPr sz="3600"/>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extLst>
    <p:ext uri="{DCECCB84-F9BA-43D5-87BE-67443E8EF086}">
      <p15:sldGuideLst>
        <p15:guide id="1" pos="412">
          <p15:clr>
            <a:srgbClr val="FA7B17"/>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ramatic Text and Photo">
  <p:cSld name="MAIN_POINT_2_2">
    <p:bg>
      <p:bgPr>
        <a:solidFill>
          <a:schemeClr val="lt1"/>
        </a:solidFill>
      </p:bgPr>
    </p:bg>
    <p:spTree>
      <p:nvGrpSpPr>
        <p:cNvPr id="180" name="Shape 180"/>
        <p:cNvGrpSpPr/>
        <p:nvPr/>
      </p:nvGrpSpPr>
      <p:grpSpPr>
        <a:xfrm>
          <a:off x="0" y="0"/>
          <a:ext cx="0" cy="0"/>
          <a:chOff x="0" y="0"/>
          <a:chExt cx="0" cy="0"/>
        </a:xfrm>
      </p:grpSpPr>
      <p:sp>
        <p:nvSpPr>
          <p:cNvPr id="181" name="Google Shape;181;p22"/>
          <p:cNvSpPr txBox="1"/>
          <p:nvPr>
            <p:ph type="title"/>
          </p:nvPr>
        </p:nvSpPr>
        <p:spPr>
          <a:xfrm>
            <a:off x="397925" y="0"/>
            <a:ext cx="3344400" cy="51435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SzPts val="5100"/>
              <a:buNone/>
              <a:defRPr sz="5100"/>
            </a:lvl1pPr>
            <a:lvl2pPr lvl="1" algn="l">
              <a:lnSpc>
                <a:spcPct val="100000"/>
              </a:lnSpc>
              <a:spcBef>
                <a:spcPts val="0"/>
              </a:spcBef>
              <a:spcAft>
                <a:spcPts val="0"/>
              </a:spcAft>
              <a:buClr>
                <a:srgbClr val="FF9900"/>
              </a:buClr>
              <a:buSzPts val="8900"/>
              <a:buNone/>
              <a:defRPr sz="8900">
                <a:solidFill>
                  <a:srgbClr val="FF9900"/>
                </a:solidFill>
              </a:defRPr>
            </a:lvl2pPr>
            <a:lvl3pPr lvl="2" algn="l">
              <a:lnSpc>
                <a:spcPct val="100000"/>
              </a:lnSpc>
              <a:spcBef>
                <a:spcPts val="0"/>
              </a:spcBef>
              <a:spcAft>
                <a:spcPts val="0"/>
              </a:spcAft>
              <a:buClr>
                <a:srgbClr val="FF9900"/>
              </a:buClr>
              <a:buSzPts val="8900"/>
              <a:buNone/>
              <a:defRPr sz="8900">
                <a:solidFill>
                  <a:srgbClr val="FF9900"/>
                </a:solidFill>
              </a:defRPr>
            </a:lvl3pPr>
            <a:lvl4pPr lvl="3" algn="l">
              <a:lnSpc>
                <a:spcPct val="100000"/>
              </a:lnSpc>
              <a:spcBef>
                <a:spcPts val="0"/>
              </a:spcBef>
              <a:spcAft>
                <a:spcPts val="0"/>
              </a:spcAft>
              <a:buClr>
                <a:srgbClr val="FF9900"/>
              </a:buClr>
              <a:buSzPts val="8900"/>
              <a:buNone/>
              <a:defRPr sz="8900">
                <a:solidFill>
                  <a:srgbClr val="FF9900"/>
                </a:solidFill>
              </a:defRPr>
            </a:lvl4pPr>
            <a:lvl5pPr lvl="4" algn="l">
              <a:lnSpc>
                <a:spcPct val="100000"/>
              </a:lnSpc>
              <a:spcBef>
                <a:spcPts val="0"/>
              </a:spcBef>
              <a:spcAft>
                <a:spcPts val="0"/>
              </a:spcAft>
              <a:buClr>
                <a:srgbClr val="FF9900"/>
              </a:buClr>
              <a:buSzPts val="8900"/>
              <a:buNone/>
              <a:defRPr sz="8900">
                <a:solidFill>
                  <a:srgbClr val="FF9900"/>
                </a:solidFill>
              </a:defRPr>
            </a:lvl5pPr>
            <a:lvl6pPr lvl="5" algn="l">
              <a:lnSpc>
                <a:spcPct val="100000"/>
              </a:lnSpc>
              <a:spcBef>
                <a:spcPts val="0"/>
              </a:spcBef>
              <a:spcAft>
                <a:spcPts val="0"/>
              </a:spcAft>
              <a:buClr>
                <a:srgbClr val="FF9900"/>
              </a:buClr>
              <a:buSzPts val="8900"/>
              <a:buNone/>
              <a:defRPr sz="8900">
                <a:solidFill>
                  <a:srgbClr val="FF9900"/>
                </a:solidFill>
              </a:defRPr>
            </a:lvl6pPr>
            <a:lvl7pPr lvl="6" algn="l">
              <a:lnSpc>
                <a:spcPct val="100000"/>
              </a:lnSpc>
              <a:spcBef>
                <a:spcPts val="0"/>
              </a:spcBef>
              <a:spcAft>
                <a:spcPts val="0"/>
              </a:spcAft>
              <a:buClr>
                <a:srgbClr val="FF9900"/>
              </a:buClr>
              <a:buSzPts val="8900"/>
              <a:buNone/>
              <a:defRPr sz="8900">
                <a:solidFill>
                  <a:srgbClr val="FF9900"/>
                </a:solidFill>
              </a:defRPr>
            </a:lvl7pPr>
            <a:lvl8pPr lvl="7" algn="l">
              <a:lnSpc>
                <a:spcPct val="100000"/>
              </a:lnSpc>
              <a:spcBef>
                <a:spcPts val="0"/>
              </a:spcBef>
              <a:spcAft>
                <a:spcPts val="0"/>
              </a:spcAft>
              <a:buClr>
                <a:srgbClr val="FF9900"/>
              </a:buClr>
              <a:buSzPts val="8900"/>
              <a:buNone/>
              <a:defRPr sz="8900">
                <a:solidFill>
                  <a:srgbClr val="FF9900"/>
                </a:solidFill>
              </a:defRPr>
            </a:lvl8pPr>
            <a:lvl9pPr lvl="8" algn="l">
              <a:lnSpc>
                <a:spcPct val="100000"/>
              </a:lnSpc>
              <a:spcBef>
                <a:spcPts val="0"/>
              </a:spcBef>
              <a:spcAft>
                <a:spcPts val="0"/>
              </a:spcAft>
              <a:buClr>
                <a:srgbClr val="FF9900"/>
              </a:buClr>
              <a:buSzPts val="8900"/>
              <a:buNone/>
              <a:defRPr sz="8900">
                <a:solidFill>
                  <a:srgbClr val="FF9900"/>
                </a:solidFill>
              </a:defRPr>
            </a:lvl9pPr>
          </a:lstStyle>
          <a:p/>
        </p:txBody>
      </p:sp>
      <p:sp>
        <p:nvSpPr>
          <p:cNvPr id="182" name="Google Shape;182;p22"/>
          <p:cNvSpPr/>
          <p:nvPr>
            <p:ph idx="2" type="pic"/>
          </p:nvPr>
        </p:nvSpPr>
        <p:spPr>
          <a:xfrm>
            <a:off x="2633150" y="-127000"/>
            <a:ext cx="7450800" cy="5397600"/>
          </a:xfrm>
          <a:prstGeom prst="chevron">
            <a:avLst>
              <a:gd fmla="val 50000" name="adj"/>
            </a:avLst>
          </a:prstGeom>
          <a:noFill/>
          <a:ln>
            <a:noFill/>
          </a:ln>
          <a:effectLst>
            <a:outerShdw blurRad="171450" rotWithShape="0" algn="bl" dir="5400000" dist="19050">
              <a:srgbClr val="000000">
                <a:alpha val="7843"/>
              </a:srgbClr>
            </a:outerShdw>
          </a:effectLst>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ramatic Text and Photo 3">
  <p:cSld name="MAIN_POINT_2_2_1_1">
    <p:bg>
      <p:bgPr>
        <a:solidFill>
          <a:srgbClr val="000000"/>
        </a:solidFill>
      </p:bgPr>
    </p:bg>
    <p:spTree>
      <p:nvGrpSpPr>
        <p:cNvPr id="183" name="Shape 183"/>
        <p:cNvGrpSpPr/>
        <p:nvPr/>
      </p:nvGrpSpPr>
      <p:grpSpPr>
        <a:xfrm>
          <a:off x="0" y="0"/>
          <a:ext cx="0" cy="0"/>
          <a:chOff x="0" y="0"/>
          <a:chExt cx="0" cy="0"/>
        </a:xfrm>
      </p:grpSpPr>
      <p:sp>
        <p:nvSpPr>
          <p:cNvPr id="184" name="Google Shape;184;p23"/>
          <p:cNvSpPr txBox="1"/>
          <p:nvPr>
            <p:ph type="title"/>
          </p:nvPr>
        </p:nvSpPr>
        <p:spPr>
          <a:xfrm>
            <a:off x="397925" y="0"/>
            <a:ext cx="3344400" cy="51435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Clr>
                <a:schemeClr val="lt1"/>
              </a:buClr>
              <a:buSzPts val="5100"/>
              <a:buNone/>
              <a:defRPr sz="5100">
                <a:solidFill>
                  <a:schemeClr val="lt1"/>
                </a:solidFill>
              </a:defRPr>
            </a:lvl1pPr>
            <a:lvl2pPr lvl="1" algn="l">
              <a:lnSpc>
                <a:spcPct val="100000"/>
              </a:lnSpc>
              <a:spcBef>
                <a:spcPts val="0"/>
              </a:spcBef>
              <a:spcAft>
                <a:spcPts val="0"/>
              </a:spcAft>
              <a:buClr>
                <a:srgbClr val="FF9900"/>
              </a:buClr>
              <a:buSzPts val="8900"/>
              <a:buNone/>
              <a:defRPr sz="8900">
                <a:solidFill>
                  <a:srgbClr val="FF9900"/>
                </a:solidFill>
              </a:defRPr>
            </a:lvl2pPr>
            <a:lvl3pPr lvl="2" algn="l">
              <a:lnSpc>
                <a:spcPct val="100000"/>
              </a:lnSpc>
              <a:spcBef>
                <a:spcPts val="0"/>
              </a:spcBef>
              <a:spcAft>
                <a:spcPts val="0"/>
              </a:spcAft>
              <a:buClr>
                <a:srgbClr val="FF9900"/>
              </a:buClr>
              <a:buSzPts val="8900"/>
              <a:buNone/>
              <a:defRPr sz="8900">
                <a:solidFill>
                  <a:srgbClr val="FF9900"/>
                </a:solidFill>
              </a:defRPr>
            </a:lvl3pPr>
            <a:lvl4pPr lvl="3" algn="l">
              <a:lnSpc>
                <a:spcPct val="100000"/>
              </a:lnSpc>
              <a:spcBef>
                <a:spcPts val="0"/>
              </a:spcBef>
              <a:spcAft>
                <a:spcPts val="0"/>
              </a:spcAft>
              <a:buClr>
                <a:srgbClr val="FF9900"/>
              </a:buClr>
              <a:buSzPts val="8900"/>
              <a:buNone/>
              <a:defRPr sz="8900">
                <a:solidFill>
                  <a:srgbClr val="FF9900"/>
                </a:solidFill>
              </a:defRPr>
            </a:lvl4pPr>
            <a:lvl5pPr lvl="4" algn="l">
              <a:lnSpc>
                <a:spcPct val="100000"/>
              </a:lnSpc>
              <a:spcBef>
                <a:spcPts val="0"/>
              </a:spcBef>
              <a:spcAft>
                <a:spcPts val="0"/>
              </a:spcAft>
              <a:buClr>
                <a:srgbClr val="FF9900"/>
              </a:buClr>
              <a:buSzPts val="8900"/>
              <a:buNone/>
              <a:defRPr sz="8900">
                <a:solidFill>
                  <a:srgbClr val="FF9900"/>
                </a:solidFill>
              </a:defRPr>
            </a:lvl5pPr>
            <a:lvl6pPr lvl="5" algn="l">
              <a:lnSpc>
                <a:spcPct val="100000"/>
              </a:lnSpc>
              <a:spcBef>
                <a:spcPts val="0"/>
              </a:spcBef>
              <a:spcAft>
                <a:spcPts val="0"/>
              </a:spcAft>
              <a:buClr>
                <a:srgbClr val="FF9900"/>
              </a:buClr>
              <a:buSzPts val="8900"/>
              <a:buNone/>
              <a:defRPr sz="8900">
                <a:solidFill>
                  <a:srgbClr val="FF9900"/>
                </a:solidFill>
              </a:defRPr>
            </a:lvl6pPr>
            <a:lvl7pPr lvl="6" algn="l">
              <a:lnSpc>
                <a:spcPct val="100000"/>
              </a:lnSpc>
              <a:spcBef>
                <a:spcPts val="0"/>
              </a:spcBef>
              <a:spcAft>
                <a:spcPts val="0"/>
              </a:spcAft>
              <a:buClr>
                <a:srgbClr val="FF9900"/>
              </a:buClr>
              <a:buSzPts val="8900"/>
              <a:buNone/>
              <a:defRPr sz="8900">
                <a:solidFill>
                  <a:srgbClr val="FF9900"/>
                </a:solidFill>
              </a:defRPr>
            </a:lvl7pPr>
            <a:lvl8pPr lvl="7" algn="l">
              <a:lnSpc>
                <a:spcPct val="100000"/>
              </a:lnSpc>
              <a:spcBef>
                <a:spcPts val="0"/>
              </a:spcBef>
              <a:spcAft>
                <a:spcPts val="0"/>
              </a:spcAft>
              <a:buClr>
                <a:srgbClr val="FF9900"/>
              </a:buClr>
              <a:buSzPts val="8900"/>
              <a:buNone/>
              <a:defRPr sz="8900">
                <a:solidFill>
                  <a:srgbClr val="FF9900"/>
                </a:solidFill>
              </a:defRPr>
            </a:lvl8pPr>
            <a:lvl9pPr lvl="8" algn="l">
              <a:lnSpc>
                <a:spcPct val="100000"/>
              </a:lnSpc>
              <a:spcBef>
                <a:spcPts val="0"/>
              </a:spcBef>
              <a:spcAft>
                <a:spcPts val="0"/>
              </a:spcAft>
              <a:buClr>
                <a:srgbClr val="FF9900"/>
              </a:buClr>
              <a:buSzPts val="8900"/>
              <a:buNone/>
              <a:defRPr sz="8900">
                <a:solidFill>
                  <a:srgbClr val="FF9900"/>
                </a:solidFill>
              </a:defRPr>
            </a:lvl9pPr>
          </a:lstStyle>
          <a:p/>
        </p:txBody>
      </p:sp>
      <p:sp>
        <p:nvSpPr>
          <p:cNvPr id="185" name="Google Shape;185;p23"/>
          <p:cNvSpPr/>
          <p:nvPr>
            <p:ph idx="2" type="pic"/>
          </p:nvPr>
        </p:nvSpPr>
        <p:spPr>
          <a:xfrm>
            <a:off x="2582350" y="-118525"/>
            <a:ext cx="7450800" cy="5380500"/>
          </a:xfrm>
          <a:prstGeom prst="chevron">
            <a:avLst>
              <a:gd fmla="val 50000" name="adj"/>
            </a:avLst>
          </a:prstGeom>
          <a:noFill/>
          <a:ln>
            <a:noFill/>
          </a:ln>
          <a:effectLst>
            <a:outerShdw blurRad="200025" rotWithShape="0" algn="bl" dir="5400000" dist="19050">
              <a:srgbClr val="000000">
                <a:alpha val="20000"/>
              </a:srgbClr>
            </a:outerShdw>
          </a:effectLst>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61975" y="0"/>
            <a:ext cx="7623000" cy="8595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chemeClr val="dk1"/>
              </a:buClr>
              <a:buSzPts val="3400"/>
              <a:buFont typeface="Source Sans Pro"/>
              <a:buNone/>
              <a:defRPr b="1" i="0" sz="3400" u="none" cap="none" strike="noStrike">
                <a:solidFill>
                  <a:schemeClr val="dk1"/>
                </a:solidFill>
                <a:latin typeface="Source Sans Pro"/>
                <a:ea typeface="Source Sans Pro"/>
                <a:cs typeface="Source Sans Pro"/>
                <a:sym typeface="Source Sans Pro"/>
              </a:defRPr>
            </a:lvl1pPr>
            <a:lvl2pPr lvl="1"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2pPr>
            <a:lvl3pPr lvl="2"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3pPr>
            <a:lvl4pPr lvl="3"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4pPr>
            <a:lvl5pPr lvl="4"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5pPr>
            <a:lvl6pPr lvl="5"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6pPr>
            <a:lvl7pPr lvl="6"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7pPr>
            <a:lvl8pPr lvl="7"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8pPr>
            <a:lvl9pPr lvl="8"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9pPr>
          </a:lstStyle>
          <a:p/>
        </p:txBody>
      </p:sp>
      <p:sp>
        <p:nvSpPr>
          <p:cNvPr id="7" name="Google Shape;7;p1"/>
          <p:cNvSpPr txBox="1"/>
          <p:nvPr>
            <p:ph idx="1" type="body"/>
          </p:nvPr>
        </p:nvSpPr>
        <p:spPr>
          <a:xfrm>
            <a:off x="761975" y="1719075"/>
            <a:ext cx="7623000" cy="2578500"/>
          </a:xfrm>
          <a:prstGeom prst="rect">
            <a:avLst/>
          </a:prstGeom>
          <a:noFill/>
          <a:ln>
            <a:noFill/>
          </a:ln>
        </p:spPr>
        <p:txBody>
          <a:bodyPr anchorCtr="0" anchor="t" bIns="0" lIns="0" spcFirstLastPara="1" rIns="0" wrap="square" tIns="0">
            <a:noAutofit/>
          </a:bodyPr>
          <a:lstStyle>
            <a:lvl1pPr indent="-381000" lvl="0" marL="457200" marR="0" rtl="0" algn="l">
              <a:lnSpc>
                <a:spcPct val="115000"/>
              </a:lnSpc>
              <a:spcBef>
                <a:spcPts val="0"/>
              </a:spcBef>
              <a:spcAft>
                <a:spcPts val="0"/>
              </a:spcAft>
              <a:buClr>
                <a:schemeClr val="dk2"/>
              </a:buClr>
              <a:buSzPts val="2400"/>
              <a:buFont typeface="Source Sans Pro"/>
              <a:buChar char="●"/>
              <a:defRPr b="0" i="0" sz="2400" u="none" cap="none" strike="noStrike">
                <a:solidFill>
                  <a:schemeClr val="dk2"/>
                </a:solidFill>
                <a:latin typeface="Source Sans Pro"/>
                <a:ea typeface="Source Sans Pro"/>
                <a:cs typeface="Source Sans Pro"/>
                <a:sym typeface="Source Sans Pro"/>
              </a:defRPr>
            </a:lvl1pPr>
            <a:lvl2pPr indent="-342900" lvl="1" marL="914400" marR="0" rtl="0" algn="l">
              <a:lnSpc>
                <a:spcPct val="115000"/>
              </a:lnSpc>
              <a:spcBef>
                <a:spcPts val="1600"/>
              </a:spcBef>
              <a:spcAft>
                <a:spcPts val="0"/>
              </a:spcAft>
              <a:buClr>
                <a:schemeClr val="dk2"/>
              </a:buClr>
              <a:buSzPts val="1800"/>
              <a:buFont typeface="Source Sans Pro"/>
              <a:buChar char="○"/>
              <a:defRPr b="0" i="0" sz="1800" u="none" cap="none" strike="noStrike">
                <a:solidFill>
                  <a:schemeClr val="dk2"/>
                </a:solidFill>
                <a:latin typeface="Source Sans Pro"/>
                <a:ea typeface="Source Sans Pro"/>
                <a:cs typeface="Source Sans Pro"/>
                <a:sym typeface="Source Sans Pro"/>
              </a:defRPr>
            </a:lvl2pPr>
            <a:lvl3pPr indent="-330200" lvl="2" marL="1371600" marR="0" rtl="0" algn="l">
              <a:lnSpc>
                <a:spcPct val="115000"/>
              </a:lnSpc>
              <a:spcBef>
                <a:spcPts val="1600"/>
              </a:spcBef>
              <a:spcAft>
                <a:spcPts val="0"/>
              </a:spcAft>
              <a:buClr>
                <a:schemeClr val="dk2"/>
              </a:buClr>
              <a:buSzPts val="1600"/>
              <a:buFont typeface="Source Sans Pro"/>
              <a:buChar char="■"/>
              <a:defRPr b="0" i="0" sz="1600" u="none" cap="none" strike="noStrike">
                <a:solidFill>
                  <a:schemeClr val="dk2"/>
                </a:solidFill>
                <a:latin typeface="Source Sans Pro"/>
                <a:ea typeface="Source Sans Pro"/>
                <a:cs typeface="Source Sans Pro"/>
                <a:sym typeface="Source Sans Pro"/>
              </a:defRPr>
            </a:lvl3pPr>
            <a:lvl4pPr indent="-311150" lvl="3" marL="1828800" marR="0" rtl="0" algn="l">
              <a:lnSpc>
                <a:spcPct val="115000"/>
              </a:lnSpc>
              <a:spcBef>
                <a:spcPts val="1600"/>
              </a:spcBef>
              <a:spcAft>
                <a:spcPts val="0"/>
              </a:spcAft>
              <a:buClr>
                <a:schemeClr val="dk2"/>
              </a:buClr>
              <a:buSzPts val="1300"/>
              <a:buFont typeface="Source Sans Pro"/>
              <a:buChar char="●"/>
              <a:defRPr b="0" i="0" sz="1300" u="none" cap="none" strike="noStrike">
                <a:solidFill>
                  <a:schemeClr val="dk2"/>
                </a:solidFill>
                <a:latin typeface="Source Sans Pro"/>
                <a:ea typeface="Source Sans Pro"/>
                <a:cs typeface="Source Sans Pro"/>
                <a:sym typeface="Source Sans Pro"/>
              </a:defRPr>
            </a:lvl4pPr>
            <a:lvl5pPr indent="-292100" lvl="4" marL="2286000" marR="0" rtl="0" algn="l">
              <a:lnSpc>
                <a:spcPct val="115000"/>
              </a:lnSpc>
              <a:spcBef>
                <a:spcPts val="1600"/>
              </a:spcBef>
              <a:spcAft>
                <a:spcPts val="0"/>
              </a:spcAft>
              <a:buClr>
                <a:schemeClr val="dk2"/>
              </a:buClr>
              <a:buSzPts val="1000"/>
              <a:buFont typeface="Source Sans Pro"/>
              <a:buChar char="○"/>
              <a:defRPr b="0" i="0" sz="1000" u="none" cap="none" strike="noStrike">
                <a:solidFill>
                  <a:schemeClr val="dk2"/>
                </a:solidFill>
                <a:latin typeface="Source Sans Pro"/>
                <a:ea typeface="Source Sans Pro"/>
                <a:cs typeface="Source Sans Pro"/>
                <a:sym typeface="Source Sans Pro"/>
              </a:defRPr>
            </a:lvl5pPr>
            <a:lvl6pPr indent="-279400" lvl="5" marL="2743200" marR="0" rtl="0" algn="l">
              <a:lnSpc>
                <a:spcPct val="115000"/>
              </a:lnSpc>
              <a:spcBef>
                <a:spcPts val="1600"/>
              </a:spcBef>
              <a:spcAft>
                <a:spcPts val="0"/>
              </a:spcAft>
              <a:buClr>
                <a:schemeClr val="dk2"/>
              </a:buClr>
              <a:buSzPts val="800"/>
              <a:buFont typeface="Source Sans Pro"/>
              <a:buChar char="■"/>
              <a:defRPr b="0" i="0" sz="800" u="none" cap="none" strike="noStrike">
                <a:solidFill>
                  <a:schemeClr val="dk2"/>
                </a:solidFill>
                <a:latin typeface="Source Sans Pro"/>
                <a:ea typeface="Source Sans Pro"/>
                <a:cs typeface="Source Sans Pro"/>
                <a:sym typeface="Source Sans Pro"/>
              </a:defRPr>
            </a:lvl6pPr>
            <a:lvl7pPr indent="-279400" lvl="6" marL="3200400" marR="0" rtl="0" algn="l">
              <a:lnSpc>
                <a:spcPct val="115000"/>
              </a:lnSpc>
              <a:spcBef>
                <a:spcPts val="1600"/>
              </a:spcBef>
              <a:spcAft>
                <a:spcPts val="0"/>
              </a:spcAft>
              <a:buClr>
                <a:schemeClr val="dk2"/>
              </a:buClr>
              <a:buSzPts val="800"/>
              <a:buFont typeface="Source Sans Pro"/>
              <a:buChar char="●"/>
              <a:defRPr b="0" i="0" sz="800" u="none" cap="none" strike="noStrike">
                <a:solidFill>
                  <a:schemeClr val="dk2"/>
                </a:solidFill>
                <a:latin typeface="Source Sans Pro"/>
                <a:ea typeface="Source Sans Pro"/>
                <a:cs typeface="Source Sans Pro"/>
                <a:sym typeface="Source Sans Pro"/>
              </a:defRPr>
            </a:lvl7pPr>
            <a:lvl8pPr indent="-279400" lvl="7" marL="3657600" marR="0" rtl="0" algn="l">
              <a:lnSpc>
                <a:spcPct val="115000"/>
              </a:lnSpc>
              <a:spcBef>
                <a:spcPts val="1600"/>
              </a:spcBef>
              <a:spcAft>
                <a:spcPts val="0"/>
              </a:spcAft>
              <a:buClr>
                <a:schemeClr val="dk2"/>
              </a:buClr>
              <a:buSzPts val="800"/>
              <a:buFont typeface="Source Sans Pro"/>
              <a:buChar char="○"/>
              <a:defRPr b="0" i="0" sz="800" u="none" cap="none" strike="noStrike">
                <a:solidFill>
                  <a:schemeClr val="dk2"/>
                </a:solidFill>
                <a:latin typeface="Source Sans Pro"/>
                <a:ea typeface="Source Sans Pro"/>
                <a:cs typeface="Source Sans Pro"/>
                <a:sym typeface="Source Sans Pro"/>
              </a:defRPr>
            </a:lvl8pPr>
            <a:lvl9pPr indent="-279400" lvl="8" marL="4114800" marR="0" rtl="0" algn="l">
              <a:lnSpc>
                <a:spcPct val="115000"/>
              </a:lnSpc>
              <a:spcBef>
                <a:spcPts val="1600"/>
              </a:spcBef>
              <a:spcAft>
                <a:spcPts val="1600"/>
              </a:spcAft>
              <a:buClr>
                <a:schemeClr val="dk2"/>
              </a:buClr>
              <a:buSzPts val="800"/>
              <a:buFont typeface="Source Sans Pro"/>
              <a:buChar char="■"/>
              <a:defRPr b="0" i="0" sz="800" u="none" cap="none" strike="noStrike">
                <a:solidFill>
                  <a:schemeClr val="dk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7619997" y="4297674"/>
            <a:ext cx="765000" cy="859500"/>
          </a:xfrm>
          <a:prstGeom prst="rect">
            <a:avLst/>
          </a:prstGeom>
          <a:noFill/>
          <a:ln>
            <a:noFill/>
          </a:ln>
        </p:spPr>
        <p:txBody>
          <a:bodyPr anchorCtr="0" anchor="ctr" bIns="0" lIns="0" spcFirstLastPara="1" rIns="0" wrap="square" tIns="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mc:AlternateContent>
    <mc:Choice Requires="p14">
      <p:transition spd="slow" p14:dur="1100">
        <p:push dir="r"/>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EA4335"/>
          </p15:clr>
        </p15:guide>
        <p15:guide id="2" pos="960">
          <p15:clr>
            <a:srgbClr val="EA4335"/>
          </p15:clr>
        </p15:guide>
        <p15:guide id="3" pos="1920">
          <p15:clr>
            <a:srgbClr val="EA4335"/>
          </p15:clr>
        </p15:guide>
        <p15:guide id="4" pos="3840">
          <p15:clr>
            <a:srgbClr val="EA4335"/>
          </p15:clr>
        </p15:guide>
        <p15:guide id="5" pos="4800">
          <p15:clr>
            <a:srgbClr val="EA4335"/>
          </p15:clr>
        </p15:guide>
        <p15:guide id="6" orient="horz" pos="541">
          <p15:clr>
            <a:srgbClr val="EA4335"/>
          </p15:clr>
        </p15:guide>
        <p15:guide id="7" orient="horz" pos="1083">
          <p15:clr>
            <a:srgbClr val="EA4335"/>
          </p15:clr>
        </p15:guide>
        <p15:guide id="8" orient="horz" pos="1624">
          <p15:clr>
            <a:srgbClr val="EA4335"/>
          </p15:clr>
        </p15:guide>
        <p15:guide id="9" orient="horz" pos="2166">
          <p15:clr>
            <a:srgbClr val="EA4335"/>
          </p15:clr>
        </p15:guide>
        <p15:guide id="10" orient="horz" pos="2707">
          <p15:clr>
            <a:srgbClr val="EA4335"/>
          </p15:clr>
        </p15:guide>
        <p15:guide id="11" pos="480">
          <p15:clr>
            <a:srgbClr val="EA4335"/>
          </p15:clr>
        </p15:guide>
        <p15:guide id="12" pos="1440">
          <p15:clr>
            <a:srgbClr val="EA4335"/>
          </p15:clr>
        </p15:guide>
        <p15:guide id="13" pos="2408">
          <p15:clr>
            <a:srgbClr val="EA4335"/>
          </p15:clr>
        </p15:guide>
        <p15:guide id="14" pos="4320">
          <p15:clr>
            <a:srgbClr val="EA4335"/>
          </p15:clr>
        </p15:guide>
        <p15:guide id="15" pos="3358">
          <p15:clr>
            <a:srgbClr val="EA4335"/>
          </p15:clr>
        </p15:guide>
        <p15:guide id="16" pos="5282">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4"/>
          <p:cNvSpPr txBox="1"/>
          <p:nvPr>
            <p:ph type="ctrTitle"/>
          </p:nvPr>
        </p:nvSpPr>
        <p:spPr>
          <a:xfrm>
            <a:off x="413075" y="316570"/>
            <a:ext cx="5682900" cy="224040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5500"/>
              <a:buNone/>
            </a:pPr>
            <a:r>
              <a:t>LAB 01</a:t>
            </a:r>
            <a:endParaRPr>
              <a:solidFill>
                <a:srgbClr val="282828"/>
              </a:solidFill>
            </a:endParaRPr>
          </a:p>
        </p:txBody>
      </p:sp>
      <p:sp>
        <p:nvSpPr>
          <p:cNvPr id="191" name="Google Shape;191;p24"/>
          <p:cNvSpPr txBox="1"/>
          <p:nvPr>
            <p:ph idx="2" type="subTitle"/>
          </p:nvPr>
        </p:nvSpPr>
        <p:spPr>
          <a:xfrm>
            <a:off x="447725" y="2788245"/>
            <a:ext cx="7233600" cy="992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800"/>
              <a:buNone/>
            </a:pPr>
            <a:r>
              <a:rPr>
                <a:latin typeface="Source Sans Pro"/>
              </a:rPr>
              <a:t>Platform bring-up and reproducible boot</a:t>
            </a:r>
            <a:endParaRPr/>
          </a:p>
        </p:txBody>
      </p:sp>
      <p:sp>
        <p:nvSpPr>
          <p:cNvPr id="192" name="Google Shape;192;p24"/>
          <p:cNvSpPr txBox="1"/>
          <p:nvPr>
            <p:ph idx="4294967295"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8"/>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3600"/>
              <a:buNone/>
            </a:pPr>
            <a:r>
              <a:t>What is inside this machine?</a:t>
            </a:r>
            <a:endParaRPr/>
          </a:p>
        </p:txBody>
      </p:sp>
      <p:sp>
        <p:nvSpPr>
          <p:cNvPr id="216" name="Google Shape;216;p28"/>
          <p:cNvSpPr txBox="1"/>
          <p:nvPr>
            <p:ph idx="4294967295" type="body"/>
          </p:nvPr>
        </p:nvSpPr>
        <p:spPr>
          <a:xfrm>
            <a:off x="638675" y="1107725"/>
            <a:ext cx="6219300" cy="128016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400"/>
              <a:buNone/>
            </a:pPr>
            <a:r>
              <a:rPr sz="2000" b="1">
                <a:latin typeface="Source Sans Pro"/>
              </a:rPr>
              <a:t>Today's question: what is actually inside this machine, and how do I prove it?</a:t>
            </a:r>
            <a:endParaRPr sz="2200">
              <a:solidFill>
                <a:schemeClr val="dk2"/>
              </a:solidFill>
              <a:latin typeface="Source Sans Pro"/>
              <a:ea typeface="Source Sans Pro"/>
              <a:cs typeface="Source Sans Pro"/>
              <a:sym typeface="Source Sans Pro"/>
            </a:endParaRPr>
          </a:p>
          <a:p>
            <a:pPr indent="0" lvl="0" marL="0" rtl="0" algn="l">
              <a:lnSpc>
                <a:spcPct val="115000"/>
              </a:lnSpc>
              <a:spcBef>
                <a:spcPts val="0"/>
              </a:spcBef>
              <a:spcAft>
                <a:spcPts val="1000"/>
              </a:spcAft>
              <a:buSzPts val="2400"/>
              <a:buNone/>
            </a:pPr>
            <a:r>
              <a:rPr sz="1600" b="1">
                <a:latin typeface="Source Sans Pro"/>
              </a:rPr>
              <a:t>Distrust any claim about this system that does not arrive with the command that verifies it.</a:t>
            </a:r>
            <a:endParaRPr sz="2200">
              <a:solidFill>
                <a:schemeClr val="dk2"/>
              </a:solidFill>
              <a:latin typeface="Source Sans Pro"/>
              <a:ea typeface="Source Sans Pro"/>
              <a:cs typeface="Source Sans Pro"/>
              <a:sym typeface="Source Sans Pro"/>
            </a:endParaRPr>
          </a:p>
        </p:txBody>
      </p:sp>
      <p:sp>
        <p:nvSpPr>
          <p:cNvPr id="217" name="Google Shape;217;p28"/>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200"/>
              <a:buNone/>
            </a:pPr>
            <a:fld id="{00000000-1234-1234-1234-123412341234}" type="slidenum">
              <a:rPr lang="en"/>
              <a:t>‹#›</a:t>
            </a:fld>
            <a:endParaRPr/>
          </a:p>
        </p:txBody>
      </p:sp>
      <p:sp>
        <p:nvSpPr>
          <p:cNvPr id="218" name="Google Shape;218;p28"/>
          <p:cNvSpPr txBox="1"/>
          <p:nvPr>
            <p:ph idx="2" type="subTitle"/>
          </p:nvPr>
        </p:nvSpPr>
        <p:spPr>
          <a:xfrm>
            <a:off x="4089400" y="4630425"/>
            <a:ext cx="3530700" cy="193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600"/>
              </a:spcAft>
              <a:buSzPts val="1200"/>
              <a:buNone/>
            </a:pPr>
            <a:r>
              <a:rPr>
                <a:latin typeface="Source Sans Pro"/>
              </a:rPr>
              <a:t>ENEE459L · Lab 01 · Platform bring-up</a:t>
            </a:r>
            <a:endParaRPr>
              <a:solidFill>
                <a:schemeClr val="dk1"/>
              </a:solidFill>
            </a:endParaRPr>
          </a:p>
        </p:txBody>
      </p:sp>
      <p:pic>
        <p:nvPicPr>
          <p:cNvPr id="219" name="Picture 218" descr="lab_kit_inventory.png"/>
          <p:cNvPicPr>
            <a:picLocks noChangeAspect="1"/>
          </p:cNvPicPr>
          <p:nvPr/>
        </p:nvPicPr>
        <p:blipFill>
          <a:blip r:embed="rId2"/>
          <a:stretch>
            <a:fillRect/>
          </a:stretch>
        </p:blipFill>
        <p:spPr>
          <a:xfrm>
            <a:off x="457200" y="2468880"/>
            <a:ext cx="8229600" cy="209896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4"/>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200"/>
              <a:buNone/>
            </a:pPr>
            <a:fld id="{00000000-1234-1234-1234-123412341234}" type="slidenum">
              <a:rPr lang="en"/>
              <a:t>‹#›</a:t>
            </a:fld>
            <a:endParaRPr/>
          </a:p>
        </p:txBody>
      </p:sp>
      <p:sp>
        <p:nvSpPr>
          <p:cNvPr id="397" name="Google Shape;397;p44"/>
          <p:cNvSpPr txBox="1"/>
          <p:nvPr>
            <p:ph type="title"/>
          </p:nvPr>
        </p:nvSpPr>
        <p:spPr>
          <a:xfrm>
            <a:off x="606225" y="269300"/>
            <a:ext cx="8382000" cy="8592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3600"/>
              <a:buNone/>
            </a:pPr>
            <a:r>
              <a:t>What you build, what you hand in</a:t>
            </a:r>
            <a:endParaRPr/>
          </a:p>
        </p:txBody>
      </p:sp>
      <p:sp>
        <p:nvSpPr>
          <p:cNvPr id="398" name="Google Shape;398;p44"/>
          <p:cNvSpPr txBox="1"/>
          <p:nvPr>
            <p:ph idx="1" type="body"/>
          </p:nvPr>
        </p:nvSpPr>
        <p:spPr>
          <a:xfrm>
            <a:off x="606225" y="1130250"/>
            <a:ext cx="3755400" cy="2883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800"/>
              </a:spcAft>
              <a:buSzPts val="1600"/>
              <a:buNone/>
            </a:pPr>
            <a:r>
              <a:rPr sz="2000" b="1">
                <a:solidFill>
                  <a:srgbClr val="E42524"/>
                </a:solidFill>
                <a:latin typeface="Source Sans Pro"/>
              </a:rPr>
              <a:t>You build</a:t>
            </a:r>
            <a:endParaRPr sz="1400">
              <a:solidFill>
                <a:srgbClr val="666666"/>
              </a:solidFill>
              <a:latin typeface="Arial"/>
              <a:ea typeface="Arial"/>
              <a:cs typeface="Arial"/>
              <a:sym typeface="Arial"/>
            </a:endParaRPr>
          </a:p>
          <a:p>
            <a:pPr indent="-171450" lvl="0" marL="171450" rtl="0" algn="l">
              <a:lnSpc>
                <a:spcPct val="100000"/>
              </a:lnSpc>
              <a:spcBef>
                <a:spcPts val="0"/>
              </a:spcBef>
              <a:spcAft>
                <a:spcPts val="600"/>
              </a:spcAft>
              <a:buSzPts val="1600"/>
              <a:buChar char="•"/>
            </a:pPr>
            <a:r>
              <a:rPr sz="1400">
                <a:latin typeface="Source Sans Pro"/>
              </a:rPr>
              <a:t>A unit that boots from NVMe, not from the SD card</a:t>
            </a:r>
            <a:endParaRPr sz="1400">
              <a:solidFill>
                <a:srgbClr val="666666"/>
              </a:solidFill>
              <a:latin typeface="Arial"/>
              <a:ea typeface="Arial"/>
              <a:cs typeface="Arial"/>
              <a:sym typeface="Arial"/>
            </a:endParaRPr>
          </a:p>
          <a:p>
            <a:pPr indent="-171450" lvl="0" marL="171450" rtl="0" algn="l">
              <a:lnSpc>
                <a:spcPct val="100000"/>
              </a:lnSpc>
              <a:spcBef>
                <a:spcPts val="0"/>
              </a:spcBef>
              <a:spcAft>
                <a:spcPts val="600"/>
              </a:spcAft>
              <a:buSzPts val="1600"/>
              <a:buChar char="•"/>
            </a:pPr>
            <a:r>
              <a:rPr sz="1400">
                <a:latin typeface="Source Sans Pro"/>
              </a:rPr>
              <a:t>A health report a classmate can regenerate on their own board</a:t>
            </a:r>
            <a:endParaRPr sz="1400">
              <a:solidFill>
                <a:srgbClr val="666666"/>
              </a:solidFill>
              <a:latin typeface="Arial"/>
              <a:ea typeface="Arial"/>
              <a:cs typeface="Arial"/>
              <a:sym typeface="Arial"/>
            </a:endParaRPr>
          </a:p>
          <a:p>
            <a:pPr indent="-171450" lvl="0" marL="171450" rtl="0" algn="l">
              <a:lnSpc>
                <a:spcPct val="100000"/>
              </a:lnSpc>
              <a:spcBef>
                <a:spcPts val="0"/>
              </a:spcBef>
              <a:spcAft>
                <a:spcPts val="800"/>
              </a:spcAft>
              <a:buSzPts val="1600"/>
              <a:buChar char="•"/>
            </a:pPr>
            <a:r>
              <a:rPr sz="1400">
                <a:latin typeface="Source Sans Pro"/>
              </a:rPr>
              <a:t>Assembly photographs taken as you go, not reconstructed afterwards</a:t>
            </a:r>
            <a:endParaRPr sz="1400">
              <a:solidFill>
                <a:srgbClr val="666666"/>
              </a:solidFill>
              <a:latin typeface="Arial"/>
              <a:ea typeface="Arial"/>
              <a:cs typeface="Arial"/>
              <a:sym typeface="Arial"/>
            </a:endParaRPr>
          </a:p>
        </p:txBody>
      </p:sp>
      <p:sp>
        <p:nvSpPr>
          <p:cNvPr id="399" name="Google Shape;399;p44"/>
          <p:cNvSpPr txBox="1"/>
          <p:nvPr>
            <p:ph idx="3" type="subTitle"/>
          </p:nvPr>
        </p:nvSpPr>
        <p:spPr>
          <a:xfrm>
            <a:off x="4089400" y="4630425"/>
            <a:ext cx="3530700" cy="193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600"/>
              </a:spcAft>
              <a:buSzPts val="1200"/>
              <a:buNone/>
            </a:pPr>
            <a:r>
              <a:rPr>
                <a:latin typeface="Source Sans Pro"/>
              </a:rPr>
              <a:t>ENEE459L · Lab 01 · Platform bring-up</a:t>
            </a:r>
            <a:endParaRPr>
              <a:solidFill>
                <a:schemeClr val="dk1"/>
              </a:solidFill>
            </a:endParaRPr>
          </a:p>
        </p:txBody>
      </p:sp>
      <p:sp>
        <p:nvSpPr>
          <p:cNvPr id="400" name="Google Shape;400;p44"/>
          <p:cNvSpPr txBox="1"/>
          <p:nvPr>
            <p:ph idx="1" type="body"/>
          </p:nvPr>
        </p:nvSpPr>
        <p:spPr>
          <a:xfrm>
            <a:off x="4827525" y="1128500"/>
            <a:ext cx="3755400" cy="2883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800"/>
              </a:spcAft>
              <a:buSzPts val="1600"/>
              <a:buNone/>
            </a:pPr>
            <a:r>
              <a:rPr sz="2000" b="1">
                <a:solidFill>
                  <a:srgbClr val="E42524"/>
                </a:solidFill>
                <a:latin typeface="Source Sans Pro"/>
              </a:rPr>
              <a:t>You hand in</a:t>
            </a:r>
            <a:endParaRPr sz="1400">
              <a:solidFill>
                <a:srgbClr val="666666"/>
              </a:solidFill>
              <a:latin typeface="Arial"/>
              <a:ea typeface="Arial"/>
              <a:cs typeface="Arial"/>
              <a:sym typeface="Arial"/>
            </a:endParaRPr>
          </a:p>
          <a:p>
            <a:pPr indent="-171450" lvl="0" marL="171450" rtl="0" algn="l">
              <a:lnSpc>
                <a:spcPct val="100000"/>
              </a:lnSpc>
              <a:spcBef>
                <a:spcPts val="0"/>
              </a:spcBef>
              <a:spcAft>
                <a:spcPts val="600"/>
              </a:spcAft>
              <a:buSzPts val="1600"/>
              <a:buChar char="•"/>
            </a:pPr>
            <a:r>
              <a:rPr sz="1400">
                <a:latin typeface="Source Sans Pro"/>
              </a:rPr>
              <a:t>system_report.json</a:t>
            </a:r>
            <a:endParaRPr sz="1400">
              <a:solidFill>
                <a:srgbClr val="666666"/>
              </a:solidFill>
              <a:latin typeface="Arial"/>
              <a:ea typeface="Arial"/>
              <a:cs typeface="Arial"/>
              <a:sym typeface="Arial"/>
            </a:endParaRPr>
          </a:p>
          <a:p>
            <a:pPr indent="-171450" lvl="0" marL="171450" rtl="0" algn="l">
              <a:lnSpc>
                <a:spcPct val="100000"/>
              </a:lnSpc>
              <a:spcBef>
                <a:spcPts val="0"/>
              </a:spcBef>
              <a:spcAft>
                <a:spcPts val="600"/>
              </a:spcAft>
              <a:buSzPts val="1600"/>
              <a:buChar char="•"/>
            </a:pPr>
            <a:r>
              <a:rPr sz="1400">
                <a:latin typeface="Source Sans Pro"/>
              </a:rPr>
              <a:t>Boot log</a:t>
            </a:r>
            <a:endParaRPr sz="1400">
              <a:solidFill>
                <a:srgbClr val="666666"/>
              </a:solidFill>
              <a:latin typeface="Arial"/>
              <a:ea typeface="Arial"/>
              <a:cs typeface="Arial"/>
              <a:sym typeface="Arial"/>
            </a:endParaRPr>
          </a:p>
          <a:p>
            <a:pPr indent="-171450" lvl="0" marL="171450" rtl="0" algn="l">
              <a:lnSpc>
                <a:spcPct val="100000"/>
              </a:lnSpc>
              <a:spcBef>
                <a:spcPts val="0"/>
              </a:spcBef>
              <a:spcAft>
                <a:spcPts val="600"/>
              </a:spcAft>
              <a:buSzPts val="1600"/>
              <a:buChar char="•"/>
            </a:pPr>
            <a:r>
              <a:rPr sz="1400">
                <a:latin typeface="Source Sans Pro"/>
              </a:rPr>
              <a:t>lsblk and findmnt output</a:t>
            </a:r>
            <a:endParaRPr sz="1400">
              <a:solidFill>
                <a:srgbClr val="666666"/>
              </a:solidFill>
              <a:latin typeface="Arial"/>
              <a:ea typeface="Arial"/>
              <a:cs typeface="Arial"/>
              <a:sym typeface="Arial"/>
            </a:endParaRPr>
          </a:p>
          <a:p>
            <a:pPr indent="-171450" lvl="0" marL="171450" rtl="0" algn="l">
              <a:lnSpc>
                <a:spcPct val="100000"/>
              </a:lnSpc>
              <a:spcBef>
                <a:spcPts val="0"/>
              </a:spcBef>
              <a:spcAft>
                <a:spcPts val="600"/>
              </a:spcAft>
              <a:buSzPts val="1600"/>
              <a:buChar char="•"/>
            </a:pPr>
            <a:r>
              <a:rPr sz="1400">
                <a:latin typeface="Source Sans Pro"/>
              </a:rPr>
              <a:t>Assembly photographs</a:t>
            </a:r>
            <a:endParaRPr sz="1400">
              <a:solidFill>
                <a:srgbClr val="666666"/>
              </a:solidFill>
              <a:latin typeface="Arial"/>
              <a:ea typeface="Arial"/>
              <a:cs typeface="Arial"/>
              <a:sym typeface="Arial"/>
            </a:endParaRPr>
          </a:p>
          <a:p>
            <a:pPr indent="-171450" lvl="0" marL="171450" rtl="0" algn="l">
              <a:lnSpc>
                <a:spcPct val="100000"/>
              </a:lnSpc>
              <a:spcBef>
                <a:spcPts val="0"/>
              </a:spcBef>
              <a:spcAft>
                <a:spcPts val="800"/>
              </a:spcAft>
              <a:buSzPts val="1600"/>
              <a:buChar char="•"/>
            </a:pPr>
            <a:r>
              <a:rPr sz="1400">
                <a:latin typeface="Source Sans Pro"/>
              </a:rPr>
              <a:t>One paragraph on a result you did not expect</a:t>
            </a:r>
            <a:endParaRPr sz="1400">
              <a:solidFill>
                <a:srgbClr val="666666"/>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3"/>
          <p:cNvSpPr txBox="1"/>
          <p:nvPr>
            <p:ph idx="12" type="sldNum"/>
          </p:nvPr>
        </p:nvSpPr>
        <p:spPr>
          <a:xfrm>
            <a:off x="7805634" y="44789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a:p>
            <a:pPr indent="0" lvl="0" marL="0" rtl="0" algn="r">
              <a:spcBef>
                <a:spcPts val="0"/>
              </a:spcBef>
              <a:spcAft>
                <a:spcPts val="0"/>
              </a:spcAft>
              <a:buClr>
                <a:srgbClr val="000000"/>
              </a:buClr>
              <a:buSzPts val="1300"/>
              <a:buFont typeface="Arial"/>
              <a:buNone/>
            </a:pPr>
            <a:r>
              <a:rPr>
                <a:latin typeface="Source Sans Pro"/>
              </a:rPr>
              <a:t/>
            </a:r>
            <a:endParaRPr b="0" sz="1300"/>
          </a:p>
        </p:txBody>
      </p:sp>
      <p:sp>
        <p:nvSpPr>
          <p:cNvPr id="263" name="Google Shape;263;p33"/>
          <p:cNvSpPr txBox="1"/>
          <p:nvPr>
            <p:ph idx="2" type="subTitle"/>
          </p:nvPr>
        </p:nvSpPr>
        <p:spPr>
          <a:xfrm>
            <a:off x="4089400" y="4630425"/>
            <a:ext cx="3530700" cy="193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a:latin typeface="Source Sans Pro"/>
              </a:rPr>
              <a:t>ENEE459L · Lab 01 · Platform bring-up</a:t>
            </a:r>
            <a:endParaRPr/>
          </a:p>
        </p:txBody>
      </p:sp>
      <p:sp>
        <p:nvSpPr>
          <p:cNvPr id="264" name="Google Shape;264;p33"/>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The session in five moves</a:t>
            </a:r>
            <a:endParaRPr/>
          </a:p>
        </p:txBody>
      </p:sp>
      <p:sp>
        <p:nvSpPr>
          <p:cNvPr id="265" name="Google Shape;265;p33"/>
          <p:cNvSpPr/>
          <p:nvPr/>
        </p:nvSpPr>
        <p:spPr>
          <a:xfrm>
            <a:off x="380998" y="1079775"/>
            <a:ext cx="1702407" cy="1809639"/>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chemeClr val="accent4"/>
          </a:solidFill>
          <a:ln>
            <a:noFill/>
          </a:ln>
        </p:spPr>
        <p:txBody>
          <a:bodyPr/>
          <a:p/>
        </p:txBody>
      </p:sp>
      <p:sp>
        <p:nvSpPr>
          <p:cNvPr id="266" name="Google Shape;266;p33"/>
          <p:cNvSpPr/>
          <p:nvPr/>
        </p:nvSpPr>
        <p:spPr>
          <a:xfrm>
            <a:off x="267950" y="3262351"/>
            <a:ext cx="822442" cy="874128"/>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rgbClr val="E31933"/>
          </a:solidFill>
          <a:ln>
            <a:noFill/>
          </a:ln>
        </p:spPr>
        <p:txBody>
          <a:bodyPr/>
          <a:p/>
        </p:txBody>
      </p:sp>
      <p:sp>
        <p:nvSpPr>
          <p:cNvPr id="267" name="Google Shape;267;p33"/>
          <p:cNvSpPr/>
          <p:nvPr/>
        </p:nvSpPr>
        <p:spPr>
          <a:xfrm>
            <a:off x="4367573" y="1079775"/>
            <a:ext cx="1702407" cy="1809639"/>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chemeClr val="accent1"/>
          </a:solidFill>
          <a:ln>
            <a:noFill/>
          </a:ln>
        </p:spPr>
        <p:txBody>
          <a:bodyPr/>
          <a:p/>
        </p:txBody>
      </p:sp>
      <p:sp>
        <p:nvSpPr>
          <p:cNvPr id="268" name="Google Shape;268;p33"/>
          <p:cNvSpPr txBox="1"/>
          <p:nvPr>
            <p:ph idx="4294967295" type="subTitle"/>
          </p:nvPr>
        </p:nvSpPr>
        <p:spPr>
          <a:xfrm>
            <a:off x="1746200" y="2630350"/>
            <a:ext cx="2571300" cy="258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sz="1300">
                <a:latin typeface="Source Sans Pro"/>
              </a:rPr>
              <a:t>Assemble and inspect</a:t>
            </a:r>
            <a:endParaRPr sz="1400">
              <a:latin typeface="Source Sans Pro"/>
              <a:ea typeface="Source Sans Pro"/>
              <a:cs typeface="Source Sans Pro"/>
              <a:sym typeface="Source Sans Pro"/>
            </a:endParaRPr>
          </a:p>
        </p:txBody>
      </p:sp>
      <p:sp>
        <p:nvSpPr>
          <p:cNvPr id="269" name="Google Shape;269;p33"/>
          <p:cNvSpPr/>
          <p:nvPr/>
        </p:nvSpPr>
        <p:spPr>
          <a:xfrm>
            <a:off x="3164125" y="3262351"/>
            <a:ext cx="822442" cy="874128"/>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rgbClr val="B7B7B7"/>
          </a:solidFill>
          <a:ln>
            <a:noFill/>
          </a:ln>
        </p:spPr>
        <p:txBody>
          <a:bodyPr/>
          <a:p/>
        </p:txBody>
      </p:sp>
      <p:sp>
        <p:nvSpPr>
          <p:cNvPr id="270" name="Google Shape;270;p33"/>
          <p:cNvSpPr/>
          <p:nvPr/>
        </p:nvSpPr>
        <p:spPr>
          <a:xfrm>
            <a:off x="6019800" y="3262351"/>
            <a:ext cx="822442" cy="874128"/>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chemeClr val="accent4"/>
          </a:solidFill>
          <a:ln>
            <a:noFill/>
          </a:ln>
        </p:spPr>
        <p:txBody>
          <a:bodyPr/>
          <a:p/>
        </p:txBody>
      </p:sp>
      <p:sp>
        <p:nvSpPr>
          <p:cNvPr id="271" name="Google Shape;271;p33"/>
          <p:cNvSpPr txBox="1"/>
          <p:nvPr>
            <p:ph idx="4294967295" type="title"/>
          </p:nvPr>
        </p:nvSpPr>
        <p:spPr>
          <a:xfrm>
            <a:off x="1746201" y="1121300"/>
            <a:ext cx="3254400" cy="1538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0" lang="en" sz="13000">
                <a:latin typeface="Source Sans Pro"/>
                <a:ea typeface="Source Sans Pro"/>
                <a:cs typeface="Source Sans Pro"/>
                <a:sym typeface="Source Sans Pro"/>
              </a:rPr>
              <a:t>01</a:t>
            </a:r>
            <a:endParaRPr b="0" sz="13000">
              <a:latin typeface="Source Sans Pro"/>
              <a:ea typeface="Source Sans Pro"/>
              <a:cs typeface="Source Sans Pro"/>
              <a:sym typeface="Source Sans Pro"/>
            </a:endParaRPr>
          </a:p>
        </p:txBody>
      </p:sp>
      <p:sp>
        <p:nvSpPr>
          <p:cNvPr id="272" name="Google Shape;272;p33"/>
          <p:cNvSpPr txBox="1"/>
          <p:nvPr>
            <p:ph idx="4294967295" type="subTitle"/>
          </p:nvPr>
        </p:nvSpPr>
        <p:spPr>
          <a:xfrm>
            <a:off x="5732775" y="2630350"/>
            <a:ext cx="2571300" cy="258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sz="1300">
                <a:latin typeface="Source Sans Pro"/>
              </a:rPr>
              <a:t>Flash and first boot</a:t>
            </a:r>
            <a:endParaRPr sz="1400">
              <a:latin typeface="Source Sans Pro"/>
              <a:ea typeface="Source Sans Pro"/>
              <a:cs typeface="Source Sans Pro"/>
              <a:sym typeface="Source Sans Pro"/>
            </a:endParaRPr>
          </a:p>
        </p:txBody>
      </p:sp>
      <p:sp>
        <p:nvSpPr>
          <p:cNvPr id="273" name="Google Shape;273;p33"/>
          <p:cNvSpPr txBox="1"/>
          <p:nvPr>
            <p:ph idx="4294967295" type="title"/>
          </p:nvPr>
        </p:nvSpPr>
        <p:spPr>
          <a:xfrm>
            <a:off x="5732776" y="1121300"/>
            <a:ext cx="3254400" cy="1538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0" lang="en" sz="13000">
                <a:latin typeface="Source Sans Pro"/>
                <a:ea typeface="Source Sans Pro"/>
                <a:cs typeface="Source Sans Pro"/>
                <a:sym typeface="Source Sans Pro"/>
              </a:rPr>
              <a:t>02</a:t>
            </a:r>
            <a:endParaRPr b="0" sz="13000">
              <a:latin typeface="Source Sans Pro"/>
              <a:ea typeface="Source Sans Pro"/>
              <a:cs typeface="Source Sans Pro"/>
              <a:sym typeface="Source Sans Pro"/>
            </a:endParaRPr>
          </a:p>
        </p:txBody>
      </p:sp>
      <p:sp>
        <p:nvSpPr>
          <p:cNvPr id="274" name="Google Shape;274;p33"/>
          <p:cNvSpPr txBox="1"/>
          <p:nvPr>
            <p:ph idx="4294967295" type="subTitle"/>
          </p:nvPr>
        </p:nvSpPr>
        <p:spPr>
          <a:xfrm>
            <a:off x="1173561" y="3971981"/>
            <a:ext cx="2571300" cy="258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sz="1300">
                <a:latin typeface="Source Sans Pro"/>
              </a:rPr>
              <a:t>Move root to NVMe</a:t>
            </a:r>
            <a:endParaRPr sz="1400">
              <a:latin typeface="Source Sans Pro"/>
              <a:ea typeface="Source Sans Pro"/>
              <a:cs typeface="Source Sans Pro"/>
              <a:sym typeface="Source Sans Pro"/>
            </a:endParaRPr>
          </a:p>
        </p:txBody>
      </p:sp>
      <p:sp>
        <p:nvSpPr>
          <p:cNvPr id="275" name="Google Shape;275;p33"/>
          <p:cNvSpPr txBox="1"/>
          <p:nvPr>
            <p:ph idx="4294967295" type="title"/>
          </p:nvPr>
        </p:nvSpPr>
        <p:spPr>
          <a:xfrm>
            <a:off x="1165869" y="3134019"/>
            <a:ext cx="1810500" cy="82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0" lang="en" sz="7200">
                <a:latin typeface="Source Sans Pro"/>
                <a:ea typeface="Source Sans Pro"/>
                <a:cs typeface="Source Sans Pro"/>
                <a:sym typeface="Source Sans Pro"/>
              </a:rPr>
              <a:t>03</a:t>
            </a:r>
            <a:endParaRPr b="0" sz="7200">
              <a:latin typeface="Source Sans Pro"/>
              <a:ea typeface="Source Sans Pro"/>
              <a:cs typeface="Source Sans Pro"/>
              <a:sym typeface="Source Sans Pro"/>
            </a:endParaRPr>
          </a:p>
        </p:txBody>
      </p:sp>
      <p:sp>
        <p:nvSpPr>
          <p:cNvPr id="276" name="Google Shape;276;p33"/>
          <p:cNvSpPr txBox="1"/>
          <p:nvPr>
            <p:ph idx="4294967295" type="subTitle"/>
          </p:nvPr>
        </p:nvSpPr>
        <p:spPr>
          <a:xfrm>
            <a:off x="4069736" y="3971981"/>
            <a:ext cx="2571300" cy="258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sz="1300">
                <a:latin typeface="Source Sans Pro"/>
              </a:rPr>
              <a:t>Run the health report</a:t>
            </a:r>
            <a:endParaRPr sz="1400">
              <a:latin typeface="Source Sans Pro"/>
              <a:ea typeface="Source Sans Pro"/>
              <a:cs typeface="Source Sans Pro"/>
              <a:sym typeface="Source Sans Pro"/>
            </a:endParaRPr>
          </a:p>
        </p:txBody>
      </p:sp>
      <p:sp>
        <p:nvSpPr>
          <p:cNvPr id="277" name="Google Shape;277;p33"/>
          <p:cNvSpPr txBox="1"/>
          <p:nvPr>
            <p:ph idx="4294967295" type="title"/>
          </p:nvPr>
        </p:nvSpPr>
        <p:spPr>
          <a:xfrm>
            <a:off x="4062044" y="3134019"/>
            <a:ext cx="1810500" cy="82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0" lang="en" sz="7200">
                <a:latin typeface="Source Sans Pro"/>
                <a:ea typeface="Source Sans Pro"/>
                <a:cs typeface="Source Sans Pro"/>
                <a:sym typeface="Source Sans Pro"/>
              </a:rPr>
              <a:t>04</a:t>
            </a:r>
            <a:endParaRPr b="0" sz="7200">
              <a:latin typeface="Source Sans Pro"/>
              <a:ea typeface="Source Sans Pro"/>
              <a:cs typeface="Source Sans Pro"/>
              <a:sym typeface="Source Sans Pro"/>
            </a:endParaRPr>
          </a:p>
        </p:txBody>
      </p:sp>
      <p:sp>
        <p:nvSpPr>
          <p:cNvPr id="278" name="Google Shape;278;p33"/>
          <p:cNvSpPr txBox="1"/>
          <p:nvPr>
            <p:ph idx="4294967295" type="subTitle"/>
          </p:nvPr>
        </p:nvSpPr>
        <p:spPr>
          <a:xfrm>
            <a:off x="6925411" y="3971981"/>
            <a:ext cx="1944269" cy="258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sz="1300">
                <a:latin typeface="Source Sans Pro"/>
              </a:rPr>
              <a:t>Compare with a neighbour</a:t>
            </a:r>
            <a:endParaRPr sz="1400">
              <a:latin typeface="Source Sans Pro"/>
              <a:ea typeface="Source Sans Pro"/>
              <a:cs typeface="Source Sans Pro"/>
              <a:sym typeface="Source Sans Pro"/>
            </a:endParaRPr>
          </a:p>
        </p:txBody>
      </p:sp>
      <p:sp>
        <p:nvSpPr>
          <p:cNvPr id="279" name="Google Shape;279;p33"/>
          <p:cNvSpPr txBox="1"/>
          <p:nvPr>
            <p:ph idx="4294967295" type="title"/>
          </p:nvPr>
        </p:nvSpPr>
        <p:spPr>
          <a:xfrm>
            <a:off x="6917719" y="3134019"/>
            <a:ext cx="1810500" cy="82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0" lang="en" sz="7200">
                <a:latin typeface="Source Sans Pro"/>
                <a:ea typeface="Source Sans Pro"/>
                <a:cs typeface="Source Sans Pro"/>
                <a:sym typeface="Source Sans Pro"/>
              </a:rPr>
              <a:t>05</a:t>
            </a:r>
            <a:endParaRPr b="0" sz="7200">
              <a:latin typeface="Source Sans Pro"/>
              <a:ea typeface="Source Sans Pro"/>
              <a:cs typeface="Source Sans Pro"/>
              <a:sym typeface="Source Sans P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0"/>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200"/>
              <a:buNone/>
            </a:pPr>
            <a:fld id="{00000000-1234-1234-1234-123412341234}" type="slidenum">
              <a:rPr lang="en">
                <a:solidFill>
                  <a:schemeClr val="dk1"/>
                </a:solidFill>
              </a:rPr>
              <a:t>‹#›</a:t>
            </a:fld>
            <a:endParaRPr>
              <a:solidFill>
                <a:schemeClr val="dk1"/>
              </a:solidFill>
            </a:endParaRPr>
          </a:p>
        </p:txBody>
      </p:sp>
      <p:sp>
        <p:nvSpPr>
          <p:cNvPr id="373" name="TextBox 372"/>
          <p:cNvSpPr txBox="1"/>
          <p:nvPr/>
        </p:nvSpPr>
        <p:spPr>
          <a:xfrm>
            <a:off x="603504" y="384048"/>
            <a:ext cx="8385048" cy="731520"/>
          </a:xfrm>
          <a:prstGeom prst="rect">
            <a:avLst/>
          </a:prstGeom>
          <a:noFill/>
        </p:spPr>
        <p:txBody>
          <a:bodyPr wrap="square">
            <a:spAutoFit/>
          </a:bodyPr>
          <a:lstStyle/>
          <a:p>
            <a:pPr indent="0" marL="0">
              <a:buNone/>
            </a:pPr>
            <a:r>
              <a:rPr sz="3600" b="1">
                <a:latin typeface="Arial"/>
              </a:rPr>
              <a:t>Prove it with a command</a:t>
            </a:r>
          </a:p>
        </p:txBody>
      </p:sp>
      <p:sp>
        <p:nvSpPr>
          <p:cNvPr id="374" name="Rounded Rectangle 373"/>
          <p:cNvSpPr/>
          <p:nvPr/>
        </p:nvSpPr>
        <p:spPr>
          <a:xfrm>
            <a:off x="603504" y="1207008"/>
            <a:ext cx="5074920" cy="2395728"/>
          </a:xfrm>
          <a:prstGeom prst="roundRect">
            <a:avLst>
              <a:gd name="adj" fmla="val 4000"/>
            </a:avLst>
          </a:prstGeom>
          <a:solidFill>
            <a:srgbClr val="1E2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TextBox 374"/>
          <p:cNvSpPr txBox="1"/>
          <p:nvPr/>
        </p:nvSpPr>
        <p:spPr>
          <a:xfrm>
            <a:off x="868680" y="1417320"/>
            <a:ext cx="4553712" cy="2011680"/>
          </a:xfrm>
          <a:prstGeom prst="rect">
            <a:avLst/>
          </a:prstGeom>
          <a:noFill/>
        </p:spPr>
        <p:txBody>
          <a:bodyPr wrap="square">
            <a:spAutoFit/>
          </a:bodyPr>
          <a:lstStyle/>
          <a:p>
            <a:pPr indent="0" marL="0">
              <a:spcAft>
                <a:spcPts val="300"/>
              </a:spcAft>
              <a:buNone/>
            </a:pPr>
            <a:r>
              <a:rPr sz="1300">
                <a:solidFill>
                  <a:srgbClr val="FFFFFF"/>
                </a:solidFill>
                <a:latin typeface="Courier New"/>
              </a:rPr>
              <a:t>$ lsblk -o NAME,SIZE,TYPE,MOUNTPOINT</a:t>
            </a:r>
          </a:p>
          <a:p>
            <a:pPr indent="0" marL="0">
              <a:spcAft>
                <a:spcPts val="1200"/>
              </a:spcAft>
              <a:buNone/>
            </a:pPr>
            <a:r>
              <a:rPr sz="1100">
                <a:solidFill>
                  <a:srgbClr val="9AA3AD"/>
                </a:solidFill>
                <a:latin typeface="Courier New"/>
              </a:rPr>
              <a:t>  what block devices exist</a:t>
            </a:r>
          </a:p>
          <a:p>
            <a:pPr indent="0" marL="0">
              <a:spcAft>
                <a:spcPts val="300"/>
              </a:spcAft>
              <a:buNone/>
            </a:pPr>
            <a:r>
              <a:rPr sz="1300">
                <a:solidFill>
                  <a:srgbClr val="FFFFFF"/>
                </a:solidFill>
                <a:latin typeface="Courier New"/>
              </a:rPr>
              <a:t>$ findmnt /</a:t>
            </a:r>
          </a:p>
          <a:p>
            <a:pPr indent="0" marL="0">
              <a:spcAft>
                <a:spcPts val="1200"/>
              </a:spcAft>
              <a:buNone/>
            </a:pPr>
            <a:r>
              <a:rPr sz="1100">
                <a:solidFill>
                  <a:srgbClr val="9AA3AD"/>
                </a:solidFill>
                <a:latin typeface="Courier New"/>
              </a:rPr>
              <a:t>  which one root is actually mounted from</a:t>
            </a:r>
          </a:p>
          <a:p>
            <a:pPr indent="0" marL="0">
              <a:spcAft>
                <a:spcPts val="300"/>
              </a:spcAft>
              <a:buNone/>
            </a:pPr>
            <a:r>
              <a:rPr sz="1300">
                <a:solidFill>
                  <a:srgbClr val="FFFFFF"/>
                </a:solidFill>
                <a:latin typeface="Courier New"/>
              </a:rPr>
              <a:t>$ sudo lspci -vv | grep -E 'LnkCap|LnkSta'</a:t>
            </a:r>
          </a:p>
          <a:p>
            <a:pPr indent="0" marL="0">
              <a:spcAft>
                <a:spcPts val="300"/>
              </a:spcAft>
              <a:buNone/>
            </a:pPr>
            <a:r>
              <a:rPr sz="1100">
                <a:solidFill>
                  <a:srgbClr val="9AA3AD"/>
                </a:solidFill>
                <a:latin typeface="Courier New"/>
              </a:rPr>
              <a:t>  what the link can do, and what it settled for</a:t>
            </a:r>
          </a:p>
        </p:txBody>
      </p:sp>
      <p:pic>
        <p:nvPicPr>
          <p:cNvPr id="376" name="Picture 375" descr="lab_boot_chain.png"/>
          <p:cNvPicPr>
            <a:picLocks noChangeAspect="1"/>
          </p:cNvPicPr>
          <p:nvPr/>
        </p:nvPicPr>
        <p:blipFill>
          <a:blip r:embed="rId2"/>
          <a:stretch>
            <a:fillRect/>
          </a:stretch>
        </p:blipFill>
        <p:spPr>
          <a:xfrm>
            <a:off x="5897880" y="1207008"/>
            <a:ext cx="2651760" cy="2394065"/>
          </a:xfrm>
          <a:prstGeom prst="rect">
            <a:avLst/>
          </a:prstGeom>
        </p:spPr>
      </p:pic>
      <p:sp>
        <p:nvSpPr>
          <p:cNvPr id="377" name="TextBox 376"/>
          <p:cNvSpPr txBox="1"/>
          <p:nvPr/>
        </p:nvSpPr>
        <p:spPr>
          <a:xfrm>
            <a:off x="603504" y="3794760"/>
            <a:ext cx="6949440" cy="502920"/>
          </a:xfrm>
          <a:prstGeom prst="rect">
            <a:avLst/>
          </a:prstGeom>
          <a:noFill/>
        </p:spPr>
        <p:txBody>
          <a:bodyPr wrap="square">
            <a:spAutoFit/>
          </a:bodyPr>
          <a:lstStyle/>
          <a:p>
            <a:pPr indent="0" marL="0">
              <a:buNone/>
            </a:pPr>
            <a:r>
              <a:rPr sz="1500" b="1">
                <a:solidFill>
                  <a:srgbClr val="E42524"/>
                </a:solidFill>
                <a:latin typeface="Source Sans Pro"/>
              </a:rPr>
              <a:t>Every claim in your report must be traceable to a command in your log.</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2"/>
          <p:cNvSpPr txBox="1"/>
          <p:nvPr>
            <p:ph idx="12" type="sldNum"/>
          </p:nvPr>
        </p:nvSpPr>
        <p:spPr>
          <a:xfrm>
            <a:off x="7805634" y="44789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a:p>
            <a:pPr indent="0" lvl="0" marL="0" rtl="0" algn="r">
              <a:spcBef>
                <a:spcPts val="0"/>
              </a:spcBef>
              <a:spcAft>
                <a:spcPts val="0"/>
              </a:spcAft>
              <a:buClr>
                <a:srgbClr val="000000"/>
              </a:buClr>
              <a:buSzPts val="1300"/>
              <a:buFont typeface="Arial"/>
              <a:buNone/>
            </a:pPr>
            <a:r>
              <a:rPr>
                <a:latin typeface="Source Sans Pro"/>
              </a:rPr>
              <a:t/>
            </a:r>
            <a:endParaRPr b="0" sz="1300"/>
          </a:p>
        </p:txBody>
      </p:sp>
      <p:sp>
        <p:nvSpPr>
          <p:cNvPr id="250" name="Google Shape;250;p32"/>
          <p:cNvSpPr txBox="1"/>
          <p:nvPr>
            <p:ph idx="1" type="subTitle"/>
          </p:nvPr>
        </p:nvSpPr>
        <p:spPr>
          <a:xfrm>
            <a:off x="4089400" y="4630425"/>
            <a:ext cx="3530700" cy="193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a:latin typeface="Source Sans Pro"/>
              </a:rPr>
              <a:t>ENEE459L · Lab 01 · Platform bring-up</a:t>
            </a:r>
            <a:endParaRPr/>
          </a:p>
        </p:txBody>
      </p:sp>
      <p:sp>
        <p:nvSpPr>
          <p:cNvPr id="251" name="Google Shape;251;p32"/>
          <p:cNvSpPr txBox="1"/>
          <p:nvPr>
            <p:ph type="title"/>
          </p:nvPr>
        </p:nvSpPr>
        <p:spPr>
          <a:xfrm>
            <a:off x="606225" y="385025"/>
            <a:ext cx="8382000" cy="626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Three ways this goes wrong</a:t>
            </a:r>
            <a:endParaRPr/>
          </a:p>
        </p:txBody>
      </p:sp>
      <p:sp>
        <p:nvSpPr>
          <p:cNvPr id="252" name="Google Shape;252;p32"/>
          <p:cNvSpPr txBox="1"/>
          <p:nvPr>
            <p:ph idx="2" type="subTitle"/>
          </p:nvPr>
        </p:nvSpPr>
        <p:spPr>
          <a:xfrm>
            <a:off x="688825" y="1134050"/>
            <a:ext cx="2511900" cy="414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sz="2000">
                <a:latin typeface="Source Sans Pro"/>
              </a:rPr>
              <a:t>Booted from SD</a:t>
            </a:r>
            <a:endParaRPr/>
          </a:p>
        </p:txBody>
      </p:sp>
      <p:sp>
        <p:nvSpPr>
          <p:cNvPr id="253" name="Google Shape;253;p32"/>
          <p:cNvSpPr txBox="1"/>
          <p:nvPr>
            <p:ph idx="3" type="body"/>
          </p:nvPr>
        </p:nvSpPr>
        <p:spPr>
          <a:xfrm>
            <a:off x="688825" y="1671075"/>
            <a:ext cx="2511900" cy="2265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sz="1300">
                <a:latin typeface="Source Sans Pro"/>
              </a:rPr>
              <a:t>The unit comes up, everything appears to work, and every disk-bound step is slow for the rest of the semester. findmnt / is the check that catches it.</a:t>
            </a:r>
            <a:endParaRPr/>
          </a:p>
        </p:txBody>
      </p:sp>
      <p:sp>
        <p:nvSpPr>
          <p:cNvPr id="254" name="Google Shape;254;p32"/>
          <p:cNvSpPr txBox="1"/>
          <p:nvPr>
            <p:ph idx="4" type="subTitle"/>
          </p:nvPr>
        </p:nvSpPr>
        <p:spPr>
          <a:xfrm>
            <a:off x="3526300" y="1134050"/>
            <a:ext cx="2511900" cy="4146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sz="2000">
                <a:latin typeface="Source Sans Pro"/>
              </a:rPr>
              <a:t>Ribbon reversed</a:t>
            </a:r>
            <a:endParaRPr/>
          </a:p>
        </p:txBody>
      </p:sp>
      <p:sp>
        <p:nvSpPr>
          <p:cNvPr id="255" name="Google Shape;255;p32"/>
          <p:cNvSpPr txBox="1"/>
          <p:nvPr>
            <p:ph idx="5" type="body"/>
          </p:nvPr>
        </p:nvSpPr>
        <p:spPr>
          <a:xfrm>
            <a:off x="3526300" y="1671075"/>
            <a:ext cx="2511900" cy="22653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sz="1300">
                <a:latin typeface="Source Sans Pro"/>
              </a:rPr>
              <a:t>The CSI connector will latch either way round. Contacts face the board. A reversed ribbon enumerates as nothing at all, which reads like a dead camera.</a:t>
            </a:r>
            <a:endParaRPr/>
          </a:p>
        </p:txBody>
      </p:sp>
      <p:sp>
        <p:nvSpPr>
          <p:cNvPr id="256" name="Google Shape;256;p32"/>
          <p:cNvSpPr txBox="1"/>
          <p:nvPr>
            <p:ph idx="6" type="subTitle"/>
          </p:nvPr>
        </p:nvSpPr>
        <p:spPr>
          <a:xfrm>
            <a:off x="6363775" y="1134050"/>
            <a:ext cx="2511900" cy="4146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sz="2000">
                <a:latin typeface="Source Sans Pro"/>
              </a:rPr>
              <a:t>Running without sudo</a:t>
            </a:r>
            <a:endParaRPr/>
          </a:p>
        </p:txBody>
      </p:sp>
      <p:sp>
        <p:nvSpPr>
          <p:cNvPr id="257" name="Google Shape;257;p32"/>
          <p:cNvSpPr txBox="1"/>
          <p:nvPr>
            <p:ph idx="7" type="body"/>
          </p:nvPr>
        </p:nvSpPr>
        <p:spPr>
          <a:xfrm>
            <a:off x="6363775" y="1671075"/>
            <a:ext cx="2511900" cy="22653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sz="1300">
                <a:latin typeface="Source Sans Pro"/>
              </a:rPr>
              <a:t>Several checks need elevation. Without it they record as SKIP, and a SKIP is not evidence of anything — least of all of a pass.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8"/>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3600"/>
              <a:buNone/>
            </a:pPr>
            <a:r>
              <a:t>Spec sheet versus link speed</a:t>
            </a:r>
            <a:endParaRPr/>
          </a:p>
        </p:txBody>
      </p:sp>
      <p:sp>
        <p:nvSpPr>
          <p:cNvPr id="216" name="Google Shape;216;p28"/>
          <p:cNvSpPr txBox="1"/>
          <p:nvPr>
            <p:ph idx="4294967295" type="body"/>
          </p:nvPr>
        </p:nvSpPr>
        <p:spPr>
          <a:xfrm>
            <a:off x="638675" y="1107725"/>
            <a:ext cx="4663440" cy="292608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400"/>
              <a:buNone/>
            </a:pPr>
            <a:r>
              <a:rPr sz="1600">
                <a:latin typeface="Source Sans Pro"/>
              </a:rPr>
              <a:t>The M.2 slot on this carrier is wired for Gen3. Fit a Gen4 drive and it negotiates down — the sequential figure on the box never appears.</a:t>
            </a:r>
            <a:endParaRPr sz="2200">
              <a:solidFill>
                <a:schemeClr val="dk2"/>
              </a:solidFill>
              <a:latin typeface="Source Sans Pro"/>
              <a:ea typeface="Source Sans Pro"/>
              <a:cs typeface="Source Sans Pro"/>
              <a:sym typeface="Source Sans Pro"/>
            </a:endParaRPr>
          </a:p>
          <a:p>
            <a:pPr indent="0" lvl="0" marL="0" rtl="0" algn="l">
              <a:lnSpc>
                <a:spcPct val="115000"/>
              </a:lnSpc>
              <a:spcBef>
                <a:spcPts val="0"/>
              </a:spcBef>
              <a:spcAft>
                <a:spcPts val="1200"/>
              </a:spcAft>
              <a:buSzPts val="2400"/>
              <a:buNone/>
            </a:pPr>
            <a:r>
              <a:rPr sz="1600">
                <a:latin typeface="Source Sans Pro"/>
              </a:rPr>
              <a:t>Read the negotiated width and speed out of LnkSta and compare it against LnkCap. The gap between them is the lesson.</a:t>
            </a:r>
            <a:endParaRPr sz="2200">
              <a:solidFill>
                <a:schemeClr val="dk2"/>
              </a:solidFill>
              <a:latin typeface="Source Sans Pro"/>
              <a:ea typeface="Source Sans Pro"/>
              <a:cs typeface="Source Sans Pro"/>
              <a:sym typeface="Source Sans Pro"/>
            </a:endParaRPr>
          </a:p>
          <a:p>
            <a:pPr indent="0" lvl="0" marL="0" rtl="0" algn="l">
              <a:lnSpc>
                <a:spcPct val="115000"/>
              </a:lnSpc>
              <a:spcBef>
                <a:spcPts val="0"/>
              </a:spcBef>
              <a:spcAft>
                <a:spcPts val="1000"/>
              </a:spcAft>
              <a:buSzPts val="2400"/>
              <a:buNone/>
            </a:pPr>
            <a:r>
              <a:rPr sz="1500" b="1">
                <a:solidFill>
                  <a:srgbClr val="E42524"/>
                </a:solidFill>
                <a:latin typeface="Source Sans Pro"/>
              </a:rPr>
              <a:t>Our units: ‹MEASURED: nvme_lnksta› negotiated, against a capability of ‹MEASURED: nvme_lnkcap›</a:t>
            </a:r>
            <a:endParaRPr sz="2200">
              <a:solidFill>
                <a:schemeClr val="dk2"/>
              </a:solidFill>
              <a:latin typeface="Source Sans Pro"/>
              <a:ea typeface="Source Sans Pro"/>
              <a:cs typeface="Source Sans Pro"/>
              <a:sym typeface="Source Sans Pro"/>
            </a:endParaRPr>
          </a:p>
        </p:txBody>
      </p:sp>
      <p:sp>
        <p:nvSpPr>
          <p:cNvPr id="217" name="Google Shape;217;p28"/>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200"/>
              <a:buNone/>
            </a:pPr>
            <a:fld id="{00000000-1234-1234-1234-123412341234}" type="slidenum">
              <a:rPr lang="en"/>
              <a:t>‹#›</a:t>
            </a:fld>
            <a:endParaRPr/>
          </a:p>
        </p:txBody>
      </p:sp>
      <p:sp>
        <p:nvSpPr>
          <p:cNvPr id="218" name="Google Shape;218;p28"/>
          <p:cNvSpPr txBox="1"/>
          <p:nvPr>
            <p:ph idx="2" type="subTitle"/>
          </p:nvPr>
        </p:nvSpPr>
        <p:spPr>
          <a:xfrm>
            <a:off x="4089400" y="4630425"/>
            <a:ext cx="3530700" cy="193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600"/>
              </a:spcAft>
              <a:buSzPts val="1200"/>
              <a:buNone/>
            </a:pPr>
            <a:r>
              <a:rPr>
                <a:latin typeface="Source Sans Pro"/>
              </a:rPr>
              <a:t>ENEE459L · Lab 01 · Platform bring-up</a:t>
            </a:r>
            <a:endParaRPr>
              <a:solidFill>
                <a:schemeClr val="dk1"/>
              </a:solidFill>
            </a:endParaRPr>
          </a:p>
        </p:txBody>
      </p:sp>
      <p:pic>
        <p:nvPicPr>
          <p:cNvPr id="219" name="Picture 218" descr="lab_link_ladder.png"/>
          <p:cNvPicPr>
            <a:picLocks noChangeAspect="1"/>
          </p:cNvPicPr>
          <p:nvPr/>
        </p:nvPicPr>
        <p:blipFill>
          <a:blip r:embed="rId2"/>
          <a:stretch>
            <a:fillRect/>
          </a:stretch>
        </p:blipFill>
        <p:spPr>
          <a:xfrm>
            <a:off x="5257800" y="1106424"/>
            <a:ext cx="3611880" cy="23774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1"/>
          <p:cNvSpPr txBox="1"/>
          <p:nvPr>
            <p:ph type="title"/>
          </p:nvPr>
        </p:nvSpPr>
        <p:spPr>
          <a:xfrm>
            <a:off x="606225" y="269300"/>
            <a:ext cx="8382000" cy="859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Evidence and checkpoint</a:t>
            </a:r>
            <a:endParaRPr/>
          </a:p>
        </p:txBody>
      </p:sp>
      <p:sp>
        <p:nvSpPr>
          <p:cNvPr id="241" name="Google Shape;241;p31"/>
          <p:cNvSpPr txBox="1"/>
          <p:nvPr>
            <p:ph idx="1" type="body"/>
          </p:nvPr>
        </p:nvSpPr>
        <p:spPr>
          <a:xfrm>
            <a:off x="638675" y="1089250"/>
            <a:ext cx="3183600" cy="31149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sz="2000" b="1">
                <a:solidFill>
                  <a:srgbClr val="E42524"/>
                </a:solidFill>
                <a:latin typeface="Source Sans Pro"/>
              </a:rPr>
              <a:t>Measurements to record</a:t>
            </a:r>
            <a:endParaRPr sz="1600"/>
          </a:p>
          <a:p>
            <a:pPr indent="-171450" lvl="0" marL="171450" rtl="0" algn="l">
              <a:spcBef>
                <a:spcPts val="0"/>
              </a:spcBef>
              <a:spcAft>
                <a:spcPts val="600"/>
              </a:spcAft>
              <a:buChar char="•"/>
            </a:pPr>
            <a:r>
              <a:rPr sz="1500">
                <a:latin typeface="Source Sans Pro"/>
              </a:rPr>
              <a:t>Device inventory</a:t>
            </a:r>
            <a:endParaRPr sz="1600"/>
          </a:p>
          <a:p>
            <a:pPr indent="-171450" lvl="0" marL="171450" rtl="0" algn="l">
              <a:spcBef>
                <a:spcPts val="0"/>
              </a:spcBef>
              <a:spcAft>
                <a:spcPts val="600"/>
              </a:spcAft>
              <a:buChar char="•"/>
            </a:pPr>
            <a:r>
              <a:rPr sz="1500">
                <a:latin typeface="Source Sans Pro"/>
              </a:rPr>
              <a:t>NVMe negotiated link speed and width</a:t>
            </a:r>
            <a:endParaRPr sz="1600"/>
          </a:p>
          <a:p>
            <a:pPr indent="-171450" lvl="0" marL="171450" rtl="0" algn="l">
              <a:spcBef>
                <a:spcPts val="0"/>
              </a:spcBef>
              <a:spcAft>
                <a:spcPts val="1000"/>
              </a:spcAft>
              <a:buChar char="•"/>
            </a:pPr>
            <a:r>
              <a:rPr sz="1500">
                <a:latin typeface="Source Sans Pro"/>
              </a:rPr>
              <a:t>Thermal idle baseline, per zone</a:t>
            </a:r>
            <a:endParaRPr sz="1600"/>
          </a:p>
          <a:p>
            <a:pPr indent="0" lvl="0" marL="0" rtl="0" algn="l">
              <a:spcBef>
                <a:spcPts val="0"/>
              </a:spcBef>
              <a:spcAft>
                <a:spcPts val="800"/>
              </a:spcAft>
              <a:buNone/>
            </a:pPr>
            <a:r>
              <a:rPr sz="1400">
                <a:latin typeface="Source Sans Pro"/>
              </a:rPr>
              <a:t>All three go into the course benchmark schema, not into prose.</a:t>
            </a:r>
            <a:endParaRPr sz="1600"/>
          </a:p>
        </p:txBody>
      </p:sp>
      <p:sp>
        <p:nvSpPr>
          <p:cNvPr id="242" name="Google Shape;242;p31"/>
          <p:cNvSpPr txBox="1"/>
          <p:nvPr>
            <p:ph idx="2" type="body"/>
          </p:nvPr>
        </p:nvSpPr>
        <p:spPr>
          <a:xfrm>
            <a:off x="4089400" y="1089250"/>
            <a:ext cx="3183600" cy="3114900"/>
          </a:xfrm>
          <a:prstGeom prst="rect">
            <a:avLst/>
          </a:prstGeom>
        </p:spPr>
        <p:txBody>
          <a:bodyPr anchorCtr="0" anchor="t" bIns="0" lIns="0" spcFirstLastPara="1" rIns="0" wrap="square" tIns="0">
            <a:noAutofit/>
          </a:bodyPr>
          <a:lstStyle/>
          <a:p>
            <a:pPr indent="0" lvl="0" marL="0" rtl="0" algn="l">
              <a:spcBef>
                <a:spcPts val="0"/>
              </a:spcBef>
              <a:spcAft>
                <a:spcPts val="600"/>
              </a:spcAft>
              <a:buClr>
                <a:schemeClr val="dk1"/>
              </a:buClr>
              <a:buSzPts val="1100"/>
              <a:buFont typeface="Arial"/>
              <a:buNone/>
            </a:pPr>
            <a:r>
              <a:rPr sz="2000" b="1">
                <a:solidFill>
                  <a:srgbClr val="E42524"/>
                </a:solidFill>
                <a:latin typeface="Source Sans Pro"/>
              </a:rPr>
              <a:t>Checkpoint · last 15 min</a:t>
            </a:r>
            <a:endParaRPr sz="1600"/>
          </a:p>
          <a:p>
            <a:pPr indent="-171450" lvl="0" marL="171450" rtl="0" algn="l">
              <a:spcBef>
                <a:spcPts val="0"/>
              </a:spcBef>
              <a:spcAft>
                <a:spcPts val="600"/>
              </a:spcAft>
              <a:buClr>
                <a:schemeClr val="dk1"/>
              </a:buClr>
              <a:buSzPts val="1100"/>
              <a:buFont typeface="Arial"/>
              <a:buChar char="•"/>
            </a:pPr>
            <a:r>
              <a:rPr sz="1500">
                <a:latin typeface="Source Sans Pro"/>
              </a:rPr>
              <a:t>Show your report to a neighbour</a:t>
            </a:r>
            <a:endParaRPr sz="1600"/>
          </a:p>
          <a:p>
            <a:pPr indent="-171450" lvl="0" marL="171450" rtl="0" algn="l">
              <a:spcBef>
                <a:spcPts val="0"/>
              </a:spcBef>
              <a:spcAft>
                <a:spcPts val="600"/>
              </a:spcAft>
              <a:buClr>
                <a:schemeClr val="dk1"/>
              </a:buClr>
              <a:buSzPts val="1100"/>
              <a:buFont typeface="Arial"/>
              <a:buChar char="•"/>
            </a:pPr>
            <a:r>
              <a:rPr sz="1500">
                <a:latin typeface="Source Sans Pro"/>
              </a:rPr>
              <a:t>Find one field where your units disagree</a:t>
            </a:r>
            <a:endParaRPr sz="1600"/>
          </a:p>
          <a:p>
            <a:pPr indent="-171450" lvl="0" marL="171450" rtl="0" algn="l">
              <a:spcBef>
                <a:spcPts val="0"/>
              </a:spcBef>
              <a:spcAft>
                <a:spcPts val="800"/>
              </a:spcAft>
              <a:buClr>
                <a:schemeClr val="dk1"/>
              </a:buClr>
              <a:buSzPts val="1100"/>
              <a:buFont typeface="Arial"/>
              <a:buChar char="•"/>
            </a:pPr>
            <a:r>
              <a:rPr sz="1500">
                <a:latin typeface="Source Sans Pro"/>
              </a:rPr>
              <a:t>Write one paragraph on why, and submit it</a:t>
            </a:r>
            <a:endParaRPr sz="1600"/>
          </a:p>
          <a:p>
            <a:pPr indent="0" lvl="0" marL="0" rtl="0" algn="l">
              <a:spcBef>
                <a:spcPts val="0"/>
              </a:spcBef>
              <a:spcAft>
                <a:spcPts val="600"/>
              </a:spcAft>
              <a:buClr>
                <a:schemeClr val="dk1"/>
              </a:buClr>
              <a:buSzPts val="1100"/>
              <a:buFont typeface="Arial"/>
              <a:buNone/>
            </a:pPr>
            <a:r>
              <a:rPr sz="1300">
                <a:latin typeface="Source Sans Pro"/>
              </a:rPr>
              <a:t>Identical hardware does not give identical numbers. Their report is a control, not your hand-in.</a:t>
            </a:r>
            <a:endParaRPr sz="1600"/>
          </a:p>
          <a:p>
            <a:pPr indent="0" lvl="0" marL="0" rtl="0" algn="l">
              <a:spcBef>
                <a:spcPts val="0"/>
              </a:spcBef>
              <a:spcAft>
                <a:spcPts val="600"/>
              </a:spcAft>
              <a:buClr>
                <a:schemeClr val="dk1"/>
              </a:buClr>
              <a:buSzPts val="1100"/>
              <a:buFont typeface="Arial"/>
              <a:buNone/>
            </a:pPr>
            <a:r>
              <a:rPr sz="1500" b="1">
                <a:solidFill>
                  <a:srgbClr val="E42524"/>
                </a:solidFill>
                <a:latin typeface="Source Sans Pro"/>
              </a:rPr>
              <a:t>A system claim is worthless without a command that verifies it.</a:t>
            </a:r>
            <a:endParaRPr sz="1600"/>
          </a:p>
        </p:txBody>
      </p:sp>
      <p:sp>
        <p:nvSpPr>
          <p:cNvPr id="243" name="Google Shape;243;p31"/>
          <p:cNvSpPr txBox="1"/>
          <p:nvPr>
            <p:ph idx="12" type="sldNum"/>
          </p:nvPr>
        </p:nvSpPr>
        <p:spPr>
          <a:xfrm>
            <a:off x="7805634" y="44789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a:p>
            <a:pPr indent="0" lvl="0" marL="0" rtl="0" algn="r">
              <a:spcBef>
                <a:spcPts val="0"/>
              </a:spcBef>
              <a:spcAft>
                <a:spcPts val="0"/>
              </a:spcAft>
              <a:buClr>
                <a:srgbClr val="000000"/>
              </a:buClr>
              <a:buSzPts val="1300"/>
              <a:buFont typeface="Arial"/>
              <a:buNone/>
            </a:pPr>
            <a:r>
              <a:rPr>
                <a:latin typeface="Source Sans Pro"/>
              </a:rPr>
              <a:t/>
            </a:r>
            <a:endParaRPr b="0" sz="1300"/>
          </a:p>
        </p:txBody>
      </p:sp>
      <p:sp>
        <p:nvSpPr>
          <p:cNvPr id="244" name="Google Shape;244;p31"/>
          <p:cNvSpPr txBox="1"/>
          <p:nvPr>
            <p:ph idx="3" type="subTitle"/>
          </p:nvPr>
        </p:nvSpPr>
        <p:spPr>
          <a:xfrm>
            <a:off x="4089400" y="4630425"/>
            <a:ext cx="3530700" cy="193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a:latin typeface="Source Sans Pro"/>
              </a:rPr>
              <a:t>ENEE459L · Lab 01 · Platform bring-up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8"/>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3600"/>
              <a:buNone/>
            </a:pPr>
            <a:r>
              <a:rPr lang="en"/>
              <a:t>Header</a:t>
            </a:r>
            <a:endParaRPr/>
          </a:p>
        </p:txBody>
      </p:sp>
      <p:sp>
        <p:nvSpPr>
          <p:cNvPr id="216" name="Google Shape;216;p28"/>
          <p:cNvSpPr txBox="1"/>
          <p:nvPr>
            <p:ph idx="4294967295" type="body"/>
          </p:nvPr>
        </p:nvSpPr>
        <p:spPr>
          <a:xfrm>
            <a:off x="638675" y="1107725"/>
            <a:ext cx="6219300" cy="244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400"/>
              <a:buNone/>
            </a:pPr>
            <a:r>
              <a:rPr lang="en" sz="2200">
                <a:solidFill>
                  <a:schemeClr val="dk2"/>
                </a:solidFill>
                <a:latin typeface="Source Sans Pro"/>
                <a:ea typeface="Source Sans Pro"/>
                <a:cs typeface="Source Sans Pro"/>
                <a:sym typeface="Source Sans Pro"/>
              </a:rPr>
              <a:t>Lorem ipsum dolor sit amet, mel clita vituperatoribus id, est ea harum oratio. Duo no putent blandit vituperatoribus. Vide modus has no, in mazim everti iisque cum. Accumsan fabellas suavitate ea eam, qui sint dicunt quaestio ex.</a:t>
            </a:r>
            <a:endParaRPr sz="2200">
              <a:solidFill>
                <a:schemeClr val="dk2"/>
              </a:solidFill>
              <a:latin typeface="Source Sans Pro"/>
              <a:ea typeface="Source Sans Pro"/>
              <a:cs typeface="Source Sans Pro"/>
              <a:sym typeface="Source Sans Pro"/>
            </a:endParaRPr>
          </a:p>
          <a:p>
            <a:pPr indent="0" lvl="0" marL="0" rtl="0" algn="l">
              <a:lnSpc>
                <a:spcPct val="115000"/>
              </a:lnSpc>
              <a:spcBef>
                <a:spcPts val="1600"/>
              </a:spcBef>
              <a:spcAft>
                <a:spcPts val="0"/>
              </a:spcAft>
              <a:buSzPts val="2400"/>
              <a:buNone/>
            </a:pPr>
            <a:r>
              <a:t/>
            </a:r>
            <a:endParaRPr>
              <a:latin typeface="Source Sans Pro"/>
              <a:ea typeface="Source Sans Pro"/>
              <a:cs typeface="Source Sans Pro"/>
              <a:sym typeface="Source Sans Pro"/>
            </a:endParaRPr>
          </a:p>
          <a:p>
            <a:pPr indent="0" lvl="0" marL="0" rtl="0" algn="l">
              <a:lnSpc>
                <a:spcPct val="115000"/>
              </a:lnSpc>
              <a:spcBef>
                <a:spcPts val="1600"/>
              </a:spcBef>
              <a:spcAft>
                <a:spcPts val="1600"/>
              </a:spcAft>
              <a:buSzPts val="2400"/>
              <a:buNone/>
            </a:pPr>
            <a:r>
              <a:t/>
            </a:r>
            <a:endParaRPr>
              <a:latin typeface="Source Sans Pro"/>
              <a:ea typeface="Source Sans Pro"/>
              <a:cs typeface="Source Sans Pro"/>
              <a:sym typeface="Source Sans Pro"/>
            </a:endParaRPr>
          </a:p>
        </p:txBody>
      </p:sp>
      <p:sp>
        <p:nvSpPr>
          <p:cNvPr id="217" name="Google Shape;217;p28"/>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200"/>
              <a:buNone/>
            </a:pPr>
            <a:fld id="{00000000-1234-1234-1234-123412341234}" type="slidenum">
              <a:rPr lang="en"/>
              <a:t>‹#›</a:t>
            </a:fld>
            <a:endParaRPr/>
          </a:p>
        </p:txBody>
      </p:sp>
      <p:sp>
        <p:nvSpPr>
          <p:cNvPr id="218" name="Google Shape;218;p28"/>
          <p:cNvSpPr txBox="1"/>
          <p:nvPr>
            <p:ph idx="2" type="subTitle"/>
          </p:nvPr>
        </p:nvSpPr>
        <p:spPr>
          <a:xfrm>
            <a:off x="4089400" y="4630425"/>
            <a:ext cx="3530700" cy="193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600"/>
              </a:spcAft>
              <a:buSzPts val="1200"/>
              <a:buNone/>
            </a:pPr>
            <a:r>
              <a:rPr lang="en">
                <a:solidFill>
                  <a:schemeClr val="dk1"/>
                </a:solidFill>
              </a:rPr>
              <a:t>Presentation Title</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earlessly Forward / LIGHT">
  <a:themeElements>
    <a:clrScheme name="Simple Light">
      <a:dk1>
        <a:srgbClr val="000000"/>
      </a:dk1>
      <a:lt1>
        <a:srgbClr val="FFFFFF"/>
      </a:lt1>
      <a:dk2>
        <a:srgbClr val="636363"/>
      </a:dk2>
      <a:lt2>
        <a:srgbClr val="E6E6E6"/>
      </a:lt2>
      <a:accent1>
        <a:srgbClr val="E21833"/>
      </a:accent1>
      <a:accent2>
        <a:srgbClr val="A41124"/>
      </a:accent2>
      <a:accent3>
        <a:srgbClr val="820E1D"/>
      </a:accent3>
      <a:accent4>
        <a:srgbClr val="FFD200"/>
      </a:accent4>
      <a:accent5>
        <a:srgbClr val="CBA700"/>
      </a:accent5>
      <a:accent6>
        <a:srgbClr val="715D00"/>
      </a:accent6>
      <a:hlink>
        <a:srgbClr val="E218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